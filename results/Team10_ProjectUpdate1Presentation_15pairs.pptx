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6" r:id="rId2"/>
    <p:sldId id="324" r:id="rId3"/>
    <p:sldId id="321" r:id="rId4"/>
    <p:sldId id="323" r:id="rId5"/>
    <p:sldId id="325" r:id="rId6"/>
    <p:sldId id="327" r:id="rId7"/>
  </p:sldIdLst>
  <p:sldSz cx="12192000" cy="6858000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5C3EF26-24B7-4CB6-ACC5-A9CC96F73EED}">
          <p14:sldIdLst>
            <p14:sldId id="316"/>
            <p14:sldId id="324"/>
            <p14:sldId id="321"/>
            <p14:sldId id="323"/>
            <p14:sldId id="325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  <a:srgbClr val="C9D0D8"/>
    <a:srgbClr val="014EFE"/>
    <a:srgbClr val="ECF0F3"/>
    <a:srgbClr val="FDFDFD"/>
    <a:srgbClr val="252B3B"/>
    <a:srgbClr val="FBFCFE"/>
    <a:srgbClr val="836BFF"/>
    <a:srgbClr val="2C70FF"/>
    <a:srgbClr val="C5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 autoAdjust="0"/>
    <p:restoredTop sz="94737" autoAdjust="0"/>
  </p:normalViewPr>
  <p:slideViewPr>
    <p:cSldViewPr snapToGrid="0">
      <p:cViewPr varScale="1">
        <p:scale>
          <a:sx n="113" d="100"/>
          <a:sy n="11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3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B4C59-0A6D-4C4E-8A13-4EE8760233E9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4DDD94-F471-4840-A1C8-D39F6733FDD9}">
      <dgm:prSet/>
      <dgm:spPr/>
      <dgm:t>
        <a:bodyPr/>
        <a:lstStyle/>
        <a:p>
          <a:r>
            <a:rPr lang="en-US" dirty="0"/>
            <a:t>7 non-Latin pairs</a:t>
          </a:r>
        </a:p>
      </dgm:t>
    </dgm:pt>
    <dgm:pt modelId="{AFBF6CB9-CFDD-2849-9B3D-D8F5AD8067E7}" type="parTrans" cxnId="{55118F7F-7084-AD43-BEB0-4C6DE00216C9}">
      <dgm:prSet/>
      <dgm:spPr/>
      <dgm:t>
        <a:bodyPr/>
        <a:lstStyle/>
        <a:p>
          <a:endParaRPr lang="en-US"/>
        </a:p>
      </dgm:t>
    </dgm:pt>
    <dgm:pt modelId="{6D241D9D-A066-2A46-8773-3BB275348C26}" type="sibTrans" cxnId="{55118F7F-7084-AD43-BEB0-4C6DE00216C9}">
      <dgm:prSet/>
      <dgm:spPr/>
      <dgm:t>
        <a:bodyPr/>
        <a:lstStyle/>
        <a:p>
          <a:endParaRPr lang="en-US"/>
        </a:p>
      </dgm:t>
    </dgm:pt>
    <dgm:pt modelId="{1F702AF8-DBE5-C94D-AFF7-91D865BD6FD9}">
      <dgm:prSet/>
      <dgm:spPr/>
      <dgm:t>
        <a:bodyPr/>
        <a:lstStyle/>
        <a:p>
          <a:r>
            <a:rPr lang="en-US"/>
            <a:t>7 Latin-script pairs</a:t>
          </a:r>
        </a:p>
      </dgm:t>
    </dgm:pt>
    <dgm:pt modelId="{154F34C0-3478-6742-AF9F-06649E303648}" type="parTrans" cxnId="{67F78EEF-87F6-7943-B915-8BDE62CEA7E1}">
      <dgm:prSet/>
      <dgm:spPr/>
      <dgm:t>
        <a:bodyPr/>
        <a:lstStyle/>
        <a:p>
          <a:endParaRPr lang="en-US"/>
        </a:p>
      </dgm:t>
    </dgm:pt>
    <dgm:pt modelId="{743EE561-AF78-7947-8912-D09AA3BADF04}" type="sibTrans" cxnId="{67F78EEF-87F6-7943-B915-8BDE62CEA7E1}">
      <dgm:prSet/>
      <dgm:spPr/>
      <dgm:t>
        <a:bodyPr/>
        <a:lstStyle/>
        <a:p>
          <a:endParaRPr lang="en-US"/>
        </a:p>
      </dgm:t>
    </dgm:pt>
    <dgm:pt modelId="{BF44137E-68B7-AB47-913B-7D953BC239ED}">
      <dgm:prSet/>
      <dgm:spPr/>
      <dgm:t>
        <a:bodyPr/>
        <a:lstStyle/>
        <a:p>
          <a:r>
            <a:rPr lang="en-US"/>
            <a:t>German–French</a:t>
          </a:r>
        </a:p>
      </dgm:t>
    </dgm:pt>
    <dgm:pt modelId="{63391DEE-3E0E-3C43-9949-384D4F2D7D23}" type="parTrans" cxnId="{A398112C-C0C2-8143-B183-608A55E50FB7}">
      <dgm:prSet/>
      <dgm:spPr/>
      <dgm:t>
        <a:bodyPr/>
        <a:lstStyle/>
        <a:p>
          <a:endParaRPr lang="en-US"/>
        </a:p>
      </dgm:t>
    </dgm:pt>
    <dgm:pt modelId="{1A25B527-C0B0-9E47-9D3C-91EF3D45F0F7}" type="sibTrans" cxnId="{A398112C-C0C2-8143-B183-608A55E50FB7}">
      <dgm:prSet/>
      <dgm:spPr/>
      <dgm:t>
        <a:bodyPr/>
        <a:lstStyle/>
        <a:p>
          <a:endParaRPr lang="en-US"/>
        </a:p>
      </dgm:t>
    </dgm:pt>
    <dgm:pt modelId="{CA304187-D004-F944-82FA-646C09D69FEE}">
      <dgm:prSet/>
      <dgm:spPr/>
      <dgm:t>
        <a:bodyPr/>
        <a:lstStyle/>
        <a:p>
          <a:r>
            <a:rPr lang="en-US"/>
            <a:t>975k sentences</a:t>
          </a:r>
        </a:p>
      </dgm:t>
    </dgm:pt>
    <dgm:pt modelId="{27D73AA3-0211-EE43-AC17-A4F7C344D5D7}" type="parTrans" cxnId="{03D41C13-F3EE-404C-949A-29D6315B0178}">
      <dgm:prSet/>
      <dgm:spPr/>
      <dgm:t>
        <a:bodyPr/>
        <a:lstStyle/>
        <a:p>
          <a:endParaRPr lang="en-US"/>
        </a:p>
      </dgm:t>
    </dgm:pt>
    <dgm:pt modelId="{FAB6BA1A-2C3C-4441-B29F-9B35BCF880E7}" type="sibTrans" cxnId="{03D41C13-F3EE-404C-949A-29D6315B0178}">
      <dgm:prSet/>
      <dgm:spPr/>
      <dgm:t>
        <a:bodyPr/>
        <a:lstStyle/>
        <a:p>
          <a:endParaRPr lang="en-US"/>
        </a:p>
      </dgm:t>
    </dgm:pt>
    <dgm:pt modelId="{C9E38577-BCC7-9F4D-A7C1-928575FA8F9F}" type="pres">
      <dgm:prSet presAssocID="{77CB4C59-0A6D-4C4E-8A13-4EE8760233E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E5F23C-9117-1249-9D4E-5667261B67B4}" type="pres">
      <dgm:prSet presAssocID="{5E4DDD94-F471-4840-A1C8-D39F6733FDD9}" presName="root" presStyleCnt="0"/>
      <dgm:spPr/>
    </dgm:pt>
    <dgm:pt modelId="{D921C35E-85B5-A546-AFCF-2E72EF4ACF1D}" type="pres">
      <dgm:prSet presAssocID="{5E4DDD94-F471-4840-A1C8-D39F6733FDD9}" presName="rootComposite" presStyleCnt="0"/>
      <dgm:spPr/>
    </dgm:pt>
    <dgm:pt modelId="{C817AE60-3A57-CD4C-9493-3ACD04E47472}" type="pres">
      <dgm:prSet presAssocID="{5E4DDD94-F471-4840-A1C8-D39F6733FDD9}" presName="rootText" presStyleLbl="node1" presStyleIdx="0" presStyleCnt="4"/>
      <dgm:spPr/>
    </dgm:pt>
    <dgm:pt modelId="{95BE94C0-CB08-AE42-B454-219786EA25B1}" type="pres">
      <dgm:prSet presAssocID="{5E4DDD94-F471-4840-A1C8-D39F6733FDD9}" presName="rootConnector" presStyleLbl="node1" presStyleIdx="0" presStyleCnt="4"/>
      <dgm:spPr/>
    </dgm:pt>
    <dgm:pt modelId="{09758638-5185-FC4A-8EB5-91146426325F}" type="pres">
      <dgm:prSet presAssocID="{5E4DDD94-F471-4840-A1C8-D39F6733FDD9}" presName="childShape" presStyleCnt="0"/>
      <dgm:spPr/>
    </dgm:pt>
    <dgm:pt modelId="{AFFDAE8B-DD34-5B4E-B2CA-5E63F710E838}" type="pres">
      <dgm:prSet presAssocID="{1F702AF8-DBE5-C94D-AFF7-91D865BD6FD9}" presName="root" presStyleCnt="0"/>
      <dgm:spPr/>
    </dgm:pt>
    <dgm:pt modelId="{F50A281A-7440-444C-B0DE-B656F2E2ACA3}" type="pres">
      <dgm:prSet presAssocID="{1F702AF8-DBE5-C94D-AFF7-91D865BD6FD9}" presName="rootComposite" presStyleCnt="0"/>
      <dgm:spPr/>
    </dgm:pt>
    <dgm:pt modelId="{3B7828FD-41A7-624C-8BC2-235422131158}" type="pres">
      <dgm:prSet presAssocID="{1F702AF8-DBE5-C94D-AFF7-91D865BD6FD9}" presName="rootText" presStyleLbl="node1" presStyleIdx="1" presStyleCnt="4"/>
      <dgm:spPr/>
    </dgm:pt>
    <dgm:pt modelId="{263AE88A-80E6-6947-8189-636FB6BCDFB6}" type="pres">
      <dgm:prSet presAssocID="{1F702AF8-DBE5-C94D-AFF7-91D865BD6FD9}" presName="rootConnector" presStyleLbl="node1" presStyleIdx="1" presStyleCnt="4"/>
      <dgm:spPr/>
    </dgm:pt>
    <dgm:pt modelId="{9C74F1B0-C450-0B4E-B76C-58AB5FFAB7C5}" type="pres">
      <dgm:prSet presAssocID="{1F702AF8-DBE5-C94D-AFF7-91D865BD6FD9}" presName="childShape" presStyleCnt="0"/>
      <dgm:spPr/>
    </dgm:pt>
    <dgm:pt modelId="{1380DB81-621D-7F4D-B26C-769C66C17E44}" type="pres">
      <dgm:prSet presAssocID="{BF44137E-68B7-AB47-913B-7D953BC239ED}" presName="root" presStyleCnt="0"/>
      <dgm:spPr/>
    </dgm:pt>
    <dgm:pt modelId="{23518DB6-1955-1843-B0D3-BB7DCC113272}" type="pres">
      <dgm:prSet presAssocID="{BF44137E-68B7-AB47-913B-7D953BC239ED}" presName="rootComposite" presStyleCnt="0"/>
      <dgm:spPr/>
    </dgm:pt>
    <dgm:pt modelId="{B0417652-FC7C-8148-B879-D4EBFB479BB9}" type="pres">
      <dgm:prSet presAssocID="{BF44137E-68B7-AB47-913B-7D953BC239ED}" presName="rootText" presStyleLbl="node1" presStyleIdx="2" presStyleCnt="4"/>
      <dgm:spPr/>
    </dgm:pt>
    <dgm:pt modelId="{D049E57D-2A62-4545-9EBC-7DEE8FB057E5}" type="pres">
      <dgm:prSet presAssocID="{BF44137E-68B7-AB47-913B-7D953BC239ED}" presName="rootConnector" presStyleLbl="node1" presStyleIdx="2" presStyleCnt="4"/>
      <dgm:spPr/>
    </dgm:pt>
    <dgm:pt modelId="{A0B515B7-60F5-6343-B9F6-2CF600B93263}" type="pres">
      <dgm:prSet presAssocID="{BF44137E-68B7-AB47-913B-7D953BC239ED}" presName="childShape" presStyleCnt="0"/>
      <dgm:spPr/>
    </dgm:pt>
    <dgm:pt modelId="{EA768E51-E351-F049-9376-281025F718CB}" type="pres">
      <dgm:prSet presAssocID="{CA304187-D004-F944-82FA-646C09D69FEE}" presName="root" presStyleCnt="0"/>
      <dgm:spPr/>
    </dgm:pt>
    <dgm:pt modelId="{B69344AD-8713-8940-A72F-5C600D5F37C2}" type="pres">
      <dgm:prSet presAssocID="{CA304187-D004-F944-82FA-646C09D69FEE}" presName="rootComposite" presStyleCnt="0"/>
      <dgm:spPr/>
    </dgm:pt>
    <dgm:pt modelId="{AB092C99-938E-5443-A754-2C5089A18CE3}" type="pres">
      <dgm:prSet presAssocID="{CA304187-D004-F944-82FA-646C09D69FEE}" presName="rootText" presStyleLbl="node1" presStyleIdx="3" presStyleCnt="4"/>
      <dgm:spPr/>
    </dgm:pt>
    <dgm:pt modelId="{C60D9B10-0426-8242-96B2-EF817EC2270E}" type="pres">
      <dgm:prSet presAssocID="{CA304187-D004-F944-82FA-646C09D69FEE}" presName="rootConnector" presStyleLbl="node1" presStyleIdx="3" presStyleCnt="4"/>
      <dgm:spPr/>
    </dgm:pt>
    <dgm:pt modelId="{A81C47C0-08DF-2647-BC0F-4CF495C40235}" type="pres">
      <dgm:prSet presAssocID="{CA304187-D004-F944-82FA-646C09D69FEE}" presName="childShape" presStyleCnt="0"/>
      <dgm:spPr/>
    </dgm:pt>
  </dgm:ptLst>
  <dgm:cxnLst>
    <dgm:cxn modelId="{8456E008-CA82-4E4E-A7A8-5C66546D2127}" type="presOf" srcId="{77CB4C59-0A6D-4C4E-8A13-4EE8760233E9}" destId="{C9E38577-BCC7-9F4D-A7C1-928575FA8F9F}" srcOrd="0" destOrd="0" presId="urn:microsoft.com/office/officeart/2005/8/layout/hierarchy3"/>
    <dgm:cxn modelId="{03D41C13-F3EE-404C-949A-29D6315B0178}" srcId="{77CB4C59-0A6D-4C4E-8A13-4EE8760233E9}" destId="{CA304187-D004-F944-82FA-646C09D69FEE}" srcOrd="3" destOrd="0" parTransId="{27D73AA3-0211-EE43-AC17-A4F7C344D5D7}" sibTransId="{FAB6BA1A-2C3C-4441-B29F-9B35BCF880E7}"/>
    <dgm:cxn modelId="{D1DE161A-418F-B44C-9B06-4F5406FA9A5F}" type="presOf" srcId="{CA304187-D004-F944-82FA-646C09D69FEE}" destId="{C60D9B10-0426-8242-96B2-EF817EC2270E}" srcOrd="1" destOrd="0" presId="urn:microsoft.com/office/officeart/2005/8/layout/hierarchy3"/>
    <dgm:cxn modelId="{A398112C-C0C2-8143-B183-608A55E50FB7}" srcId="{77CB4C59-0A6D-4C4E-8A13-4EE8760233E9}" destId="{BF44137E-68B7-AB47-913B-7D953BC239ED}" srcOrd="2" destOrd="0" parTransId="{63391DEE-3E0E-3C43-9949-384D4F2D7D23}" sibTransId="{1A25B527-C0B0-9E47-9D3C-91EF3D45F0F7}"/>
    <dgm:cxn modelId="{C847F847-153E-A64F-B8FC-027E3F0317BF}" type="presOf" srcId="{1F702AF8-DBE5-C94D-AFF7-91D865BD6FD9}" destId="{3B7828FD-41A7-624C-8BC2-235422131158}" srcOrd="0" destOrd="0" presId="urn:microsoft.com/office/officeart/2005/8/layout/hierarchy3"/>
    <dgm:cxn modelId="{C16B9677-5766-2F4A-9563-5EF4DD78A325}" type="presOf" srcId="{BF44137E-68B7-AB47-913B-7D953BC239ED}" destId="{D049E57D-2A62-4545-9EBC-7DEE8FB057E5}" srcOrd="1" destOrd="0" presId="urn:microsoft.com/office/officeart/2005/8/layout/hierarchy3"/>
    <dgm:cxn modelId="{55118F7F-7084-AD43-BEB0-4C6DE00216C9}" srcId="{77CB4C59-0A6D-4C4E-8A13-4EE8760233E9}" destId="{5E4DDD94-F471-4840-A1C8-D39F6733FDD9}" srcOrd="0" destOrd="0" parTransId="{AFBF6CB9-CFDD-2849-9B3D-D8F5AD8067E7}" sibTransId="{6D241D9D-A066-2A46-8773-3BB275348C26}"/>
    <dgm:cxn modelId="{1C0FBD8D-FCF2-6B42-AF1F-6276E18D3D99}" type="presOf" srcId="{5E4DDD94-F471-4840-A1C8-D39F6733FDD9}" destId="{95BE94C0-CB08-AE42-B454-219786EA25B1}" srcOrd="1" destOrd="0" presId="urn:microsoft.com/office/officeart/2005/8/layout/hierarchy3"/>
    <dgm:cxn modelId="{071F4090-DE04-2F47-951B-B746591AC112}" type="presOf" srcId="{BF44137E-68B7-AB47-913B-7D953BC239ED}" destId="{B0417652-FC7C-8148-B879-D4EBFB479BB9}" srcOrd="0" destOrd="0" presId="urn:microsoft.com/office/officeart/2005/8/layout/hierarchy3"/>
    <dgm:cxn modelId="{063220C4-941E-A84E-9704-947CE62FABC8}" type="presOf" srcId="{1F702AF8-DBE5-C94D-AFF7-91D865BD6FD9}" destId="{263AE88A-80E6-6947-8189-636FB6BCDFB6}" srcOrd="1" destOrd="0" presId="urn:microsoft.com/office/officeart/2005/8/layout/hierarchy3"/>
    <dgm:cxn modelId="{14A504D9-703B-DF4D-8068-B4B303C1FC58}" type="presOf" srcId="{CA304187-D004-F944-82FA-646C09D69FEE}" destId="{AB092C99-938E-5443-A754-2C5089A18CE3}" srcOrd="0" destOrd="0" presId="urn:microsoft.com/office/officeart/2005/8/layout/hierarchy3"/>
    <dgm:cxn modelId="{67F78EEF-87F6-7943-B915-8BDE62CEA7E1}" srcId="{77CB4C59-0A6D-4C4E-8A13-4EE8760233E9}" destId="{1F702AF8-DBE5-C94D-AFF7-91D865BD6FD9}" srcOrd="1" destOrd="0" parTransId="{154F34C0-3478-6742-AF9F-06649E303648}" sibTransId="{743EE561-AF78-7947-8912-D09AA3BADF04}"/>
    <dgm:cxn modelId="{B58971F0-2777-4249-9952-72B1D8130D23}" type="presOf" srcId="{5E4DDD94-F471-4840-A1C8-D39F6733FDD9}" destId="{C817AE60-3A57-CD4C-9493-3ACD04E47472}" srcOrd="0" destOrd="0" presId="urn:microsoft.com/office/officeart/2005/8/layout/hierarchy3"/>
    <dgm:cxn modelId="{FE4105AD-EDDE-AA40-82B0-E8EDE4072AD1}" type="presParOf" srcId="{C9E38577-BCC7-9F4D-A7C1-928575FA8F9F}" destId="{9BE5F23C-9117-1249-9D4E-5667261B67B4}" srcOrd="0" destOrd="0" presId="urn:microsoft.com/office/officeart/2005/8/layout/hierarchy3"/>
    <dgm:cxn modelId="{4BEE157F-B12C-FD4A-A1EB-C9D94928980A}" type="presParOf" srcId="{9BE5F23C-9117-1249-9D4E-5667261B67B4}" destId="{D921C35E-85B5-A546-AFCF-2E72EF4ACF1D}" srcOrd="0" destOrd="0" presId="urn:microsoft.com/office/officeart/2005/8/layout/hierarchy3"/>
    <dgm:cxn modelId="{1C3B943C-71ED-A642-A8B3-EF9C87EB546A}" type="presParOf" srcId="{D921C35E-85B5-A546-AFCF-2E72EF4ACF1D}" destId="{C817AE60-3A57-CD4C-9493-3ACD04E47472}" srcOrd="0" destOrd="0" presId="urn:microsoft.com/office/officeart/2005/8/layout/hierarchy3"/>
    <dgm:cxn modelId="{2F8ECB0D-5232-CB4F-A08C-20077C524C35}" type="presParOf" srcId="{D921C35E-85B5-A546-AFCF-2E72EF4ACF1D}" destId="{95BE94C0-CB08-AE42-B454-219786EA25B1}" srcOrd="1" destOrd="0" presId="urn:microsoft.com/office/officeart/2005/8/layout/hierarchy3"/>
    <dgm:cxn modelId="{38B77F1E-3A12-CA40-9B61-26E902234FCE}" type="presParOf" srcId="{9BE5F23C-9117-1249-9D4E-5667261B67B4}" destId="{09758638-5185-FC4A-8EB5-91146426325F}" srcOrd="1" destOrd="0" presId="urn:microsoft.com/office/officeart/2005/8/layout/hierarchy3"/>
    <dgm:cxn modelId="{9740CCD4-06D5-F343-83A1-11D0AC3A8573}" type="presParOf" srcId="{C9E38577-BCC7-9F4D-A7C1-928575FA8F9F}" destId="{AFFDAE8B-DD34-5B4E-B2CA-5E63F710E838}" srcOrd="1" destOrd="0" presId="urn:microsoft.com/office/officeart/2005/8/layout/hierarchy3"/>
    <dgm:cxn modelId="{7A9C7C26-F5E7-0D42-A2FD-3875C99ED7ED}" type="presParOf" srcId="{AFFDAE8B-DD34-5B4E-B2CA-5E63F710E838}" destId="{F50A281A-7440-444C-B0DE-B656F2E2ACA3}" srcOrd="0" destOrd="0" presId="urn:microsoft.com/office/officeart/2005/8/layout/hierarchy3"/>
    <dgm:cxn modelId="{7AD4EBE6-55F8-D643-B5BC-ADC81E1EECC2}" type="presParOf" srcId="{F50A281A-7440-444C-B0DE-B656F2E2ACA3}" destId="{3B7828FD-41A7-624C-8BC2-235422131158}" srcOrd="0" destOrd="0" presId="urn:microsoft.com/office/officeart/2005/8/layout/hierarchy3"/>
    <dgm:cxn modelId="{6601EA41-BEE2-7944-8DAF-44041059DB70}" type="presParOf" srcId="{F50A281A-7440-444C-B0DE-B656F2E2ACA3}" destId="{263AE88A-80E6-6947-8189-636FB6BCDFB6}" srcOrd="1" destOrd="0" presId="urn:microsoft.com/office/officeart/2005/8/layout/hierarchy3"/>
    <dgm:cxn modelId="{38015600-06E9-E743-9B80-57E22F021048}" type="presParOf" srcId="{AFFDAE8B-DD34-5B4E-B2CA-5E63F710E838}" destId="{9C74F1B0-C450-0B4E-B76C-58AB5FFAB7C5}" srcOrd="1" destOrd="0" presId="urn:microsoft.com/office/officeart/2005/8/layout/hierarchy3"/>
    <dgm:cxn modelId="{8144F273-C648-6144-848E-412724FB106A}" type="presParOf" srcId="{C9E38577-BCC7-9F4D-A7C1-928575FA8F9F}" destId="{1380DB81-621D-7F4D-B26C-769C66C17E44}" srcOrd="2" destOrd="0" presId="urn:microsoft.com/office/officeart/2005/8/layout/hierarchy3"/>
    <dgm:cxn modelId="{FD23667C-EDA4-F94F-BEB0-0A568A1A6FBE}" type="presParOf" srcId="{1380DB81-621D-7F4D-B26C-769C66C17E44}" destId="{23518DB6-1955-1843-B0D3-BB7DCC113272}" srcOrd="0" destOrd="0" presId="urn:microsoft.com/office/officeart/2005/8/layout/hierarchy3"/>
    <dgm:cxn modelId="{D752EE46-AC31-4A48-A706-6E210CCBC0AC}" type="presParOf" srcId="{23518DB6-1955-1843-B0D3-BB7DCC113272}" destId="{B0417652-FC7C-8148-B879-D4EBFB479BB9}" srcOrd="0" destOrd="0" presId="urn:microsoft.com/office/officeart/2005/8/layout/hierarchy3"/>
    <dgm:cxn modelId="{CA148D1B-1CC2-994F-9D44-B266BF7AD0B2}" type="presParOf" srcId="{23518DB6-1955-1843-B0D3-BB7DCC113272}" destId="{D049E57D-2A62-4545-9EBC-7DEE8FB057E5}" srcOrd="1" destOrd="0" presId="urn:microsoft.com/office/officeart/2005/8/layout/hierarchy3"/>
    <dgm:cxn modelId="{7F7A7CB4-9BC0-EC40-B387-639CE239DA36}" type="presParOf" srcId="{1380DB81-621D-7F4D-B26C-769C66C17E44}" destId="{A0B515B7-60F5-6343-B9F6-2CF600B93263}" srcOrd="1" destOrd="0" presId="urn:microsoft.com/office/officeart/2005/8/layout/hierarchy3"/>
    <dgm:cxn modelId="{55156F78-3E2C-8E40-A7B2-762305F2AD60}" type="presParOf" srcId="{C9E38577-BCC7-9F4D-A7C1-928575FA8F9F}" destId="{EA768E51-E351-F049-9376-281025F718CB}" srcOrd="3" destOrd="0" presId="urn:microsoft.com/office/officeart/2005/8/layout/hierarchy3"/>
    <dgm:cxn modelId="{2BA4D4CC-0543-A540-A87E-5A52EEB4FFC8}" type="presParOf" srcId="{EA768E51-E351-F049-9376-281025F718CB}" destId="{B69344AD-8713-8940-A72F-5C600D5F37C2}" srcOrd="0" destOrd="0" presId="urn:microsoft.com/office/officeart/2005/8/layout/hierarchy3"/>
    <dgm:cxn modelId="{DB3D6C75-AE44-0F4C-8C15-AA65EFD59475}" type="presParOf" srcId="{B69344AD-8713-8940-A72F-5C600D5F37C2}" destId="{AB092C99-938E-5443-A754-2C5089A18CE3}" srcOrd="0" destOrd="0" presId="urn:microsoft.com/office/officeart/2005/8/layout/hierarchy3"/>
    <dgm:cxn modelId="{5563186D-6EF8-F146-8C80-A204C2509F04}" type="presParOf" srcId="{B69344AD-8713-8940-A72F-5C600D5F37C2}" destId="{C60D9B10-0426-8242-96B2-EF817EC2270E}" srcOrd="1" destOrd="0" presId="urn:microsoft.com/office/officeart/2005/8/layout/hierarchy3"/>
    <dgm:cxn modelId="{A509EF5C-1956-F945-9B18-33BF584F8CBC}" type="presParOf" srcId="{EA768E51-E351-F049-9376-281025F718CB}" destId="{A81C47C0-08DF-2647-BC0F-4CF495C4023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0B9A9D-324C-9147-AF33-1E6A60314D9A}" type="doc">
      <dgm:prSet loTypeId="urn:microsoft.com/office/officeart/2005/8/layout/venn3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99D6C256-4C6A-B44E-BBC4-1D8B753A237C}">
      <dgm:prSet custT="1"/>
      <dgm:spPr/>
      <dgm:t>
        <a:bodyPr/>
        <a:lstStyle/>
        <a:p>
          <a:pPr algn="ctr"/>
          <a:r>
            <a:rPr lang="en-US" sz="1100" b="1" dirty="0"/>
            <a:t>0.555</a:t>
          </a:r>
        </a:p>
        <a:p>
          <a:pPr algn="ctr"/>
          <a:r>
            <a:rPr lang="en-US" sz="1100" dirty="0"/>
            <a:t>Switch F1 (macro)</a:t>
          </a:r>
        </a:p>
      </dgm:t>
    </dgm:pt>
    <dgm:pt modelId="{1F15479E-B228-904E-9FAE-72967B2512D9}" type="parTrans" cxnId="{226AA7A5-24D9-1A44-93A7-5CC1D44356CF}">
      <dgm:prSet/>
      <dgm:spPr/>
      <dgm:t>
        <a:bodyPr/>
        <a:lstStyle/>
        <a:p>
          <a:endParaRPr lang="en-US"/>
        </a:p>
      </dgm:t>
    </dgm:pt>
    <dgm:pt modelId="{78A80AD5-4458-B048-97EE-1AB54D3DC96E}" type="sibTrans" cxnId="{226AA7A5-24D9-1A44-93A7-5CC1D44356CF}">
      <dgm:prSet/>
      <dgm:spPr/>
      <dgm:t>
        <a:bodyPr/>
        <a:lstStyle/>
        <a:p>
          <a:endParaRPr lang="en-US"/>
        </a:p>
      </dgm:t>
    </dgm:pt>
    <dgm:pt modelId="{E73076A5-CC3B-DA4F-A28C-FA277563B427}">
      <dgm:prSet custT="1"/>
      <dgm:spPr/>
      <dgm:t>
        <a:bodyPr/>
        <a:lstStyle/>
        <a:p>
          <a:r>
            <a:rPr lang="en-US" sz="1100" b="1" dirty="0"/>
            <a:t>0.528</a:t>
          </a:r>
          <a:br>
            <a:rPr lang="en-US" sz="1100" dirty="0"/>
          </a:br>
          <a:r>
            <a:rPr lang="en-US" sz="1100" dirty="0"/>
            <a:t>PR-AUC</a:t>
          </a:r>
        </a:p>
      </dgm:t>
    </dgm:pt>
    <dgm:pt modelId="{0E54119C-8ECB-6647-BBE9-BAB56E73AA5E}" type="parTrans" cxnId="{231022EB-6A8D-B442-B406-1707C8DCCBD6}">
      <dgm:prSet/>
      <dgm:spPr/>
      <dgm:t>
        <a:bodyPr/>
        <a:lstStyle/>
        <a:p>
          <a:endParaRPr lang="en-US"/>
        </a:p>
      </dgm:t>
    </dgm:pt>
    <dgm:pt modelId="{F63F0480-8D65-1141-9B8A-D69525466294}" type="sibTrans" cxnId="{231022EB-6A8D-B442-B406-1707C8DCCBD6}">
      <dgm:prSet/>
      <dgm:spPr/>
      <dgm:t>
        <a:bodyPr/>
        <a:lstStyle/>
        <a:p>
          <a:endParaRPr lang="en-US"/>
        </a:p>
      </dgm:t>
    </dgm:pt>
    <dgm:pt modelId="{6EB1BA0B-DA70-1243-BFEF-C76C405FD584}">
      <dgm:prSet custT="1"/>
      <dgm:spPr/>
      <dgm:t>
        <a:bodyPr/>
        <a:lstStyle/>
        <a:p>
          <a:r>
            <a:rPr lang="en-US" sz="1100" b="1" dirty="0"/>
            <a:t>0.531</a:t>
          </a:r>
          <a:br>
            <a:rPr lang="en-US" sz="1100" dirty="0"/>
          </a:br>
          <a:r>
            <a:rPr lang="en-US" sz="1100" dirty="0"/>
            <a:t>Duration macro-F1</a:t>
          </a:r>
        </a:p>
      </dgm:t>
    </dgm:pt>
    <dgm:pt modelId="{200C7424-5A5B-C64A-8F21-8C1C53580FAA}" type="parTrans" cxnId="{8AAD13EC-3504-984E-8768-129E4BA0C3BC}">
      <dgm:prSet/>
      <dgm:spPr/>
      <dgm:t>
        <a:bodyPr/>
        <a:lstStyle/>
        <a:p>
          <a:endParaRPr lang="en-US"/>
        </a:p>
      </dgm:t>
    </dgm:pt>
    <dgm:pt modelId="{E09132A1-DA1B-424A-82B0-B85EF52C1E5B}" type="sibTrans" cxnId="{8AAD13EC-3504-984E-8768-129E4BA0C3BC}">
      <dgm:prSet/>
      <dgm:spPr/>
      <dgm:t>
        <a:bodyPr/>
        <a:lstStyle/>
        <a:p>
          <a:endParaRPr lang="en-US"/>
        </a:p>
      </dgm:t>
    </dgm:pt>
    <dgm:pt modelId="{278CE1DF-8C93-A74B-8E30-9A4DAE8057B2}">
      <dgm:prSet custT="1"/>
      <dgm:spPr/>
      <dgm:t>
        <a:bodyPr/>
        <a:lstStyle/>
        <a:p>
          <a:r>
            <a:rPr lang="en-US" sz="1100" b="1" dirty="0"/>
            <a:t>0.000</a:t>
          </a:r>
          <a:br>
            <a:rPr lang="en-US" sz="1100" dirty="0"/>
          </a:br>
          <a:r>
            <a:rPr lang="en-US" sz="1100" dirty="0"/>
            <a:t>Always No-Switch F1</a:t>
          </a:r>
        </a:p>
      </dgm:t>
    </dgm:pt>
    <dgm:pt modelId="{2CE58C24-4236-A849-A0B3-9092047B5C22}" type="parTrans" cxnId="{AA78B862-8D39-8441-AFA4-DAC28CE3A6AE}">
      <dgm:prSet/>
      <dgm:spPr/>
      <dgm:t>
        <a:bodyPr/>
        <a:lstStyle/>
        <a:p>
          <a:endParaRPr lang="en-US"/>
        </a:p>
      </dgm:t>
    </dgm:pt>
    <dgm:pt modelId="{4A97368E-FCA3-594A-AFF9-7A0A1158134A}" type="sibTrans" cxnId="{AA78B862-8D39-8441-AFA4-DAC28CE3A6AE}">
      <dgm:prSet/>
      <dgm:spPr/>
      <dgm:t>
        <a:bodyPr/>
        <a:lstStyle/>
        <a:p>
          <a:endParaRPr lang="en-US"/>
        </a:p>
      </dgm:t>
    </dgm:pt>
    <dgm:pt modelId="{996D5030-E82C-B447-801D-3BA80578F2F8}" type="pres">
      <dgm:prSet presAssocID="{2C0B9A9D-324C-9147-AF33-1E6A60314D9A}" presName="Name0" presStyleCnt="0">
        <dgm:presLayoutVars>
          <dgm:dir/>
          <dgm:resizeHandles val="exact"/>
        </dgm:presLayoutVars>
      </dgm:prSet>
      <dgm:spPr/>
    </dgm:pt>
    <dgm:pt modelId="{6BC4A795-C37C-5E4A-B7B9-9FEA383E11FB}" type="pres">
      <dgm:prSet presAssocID="{99D6C256-4C6A-B44E-BBC4-1D8B753A237C}" presName="Name5" presStyleLbl="vennNode1" presStyleIdx="0" presStyleCnt="4" custLinFactNeighborX="5370">
        <dgm:presLayoutVars>
          <dgm:bulletEnabled val="1"/>
        </dgm:presLayoutVars>
      </dgm:prSet>
      <dgm:spPr/>
    </dgm:pt>
    <dgm:pt modelId="{17CE9BE5-070B-6146-91F6-CDB417D692A3}" type="pres">
      <dgm:prSet presAssocID="{78A80AD5-4458-B048-97EE-1AB54D3DC96E}" presName="space" presStyleCnt="0"/>
      <dgm:spPr/>
    </dgm:pt>
    <dgm:pt modelId="{1181779F-D30C-1442-AEB3-55E2A91D63D3}" type="pres">
      <dgm:prSet presAssocID="{E73076A5-CC3B-DA4F-A28C-FA277563B427}" presName="Name5" presStyleLbl="vennNode1" presStyleIdx="1" presStyleCnt="4" custLinFactNeighborX="40065">
        <dgm:presLayoutVars>
          <dgm:bulletEnabled val="1"/>
        </dgm:presLayoutVars>
      </dgm:prSet>
      <dgm:spPr/>
    </dgm:pt>
    <dgm:pt modelId="{1D30032D-55DC-F543-94C4-0E19972EFF44}" type="pres">
      <dgm:prSet presAssocID="{F63F0480-8D65-1141-9B8A-D69525466294}" presName="space" presStyleCnt="0"/>
      <dgm:spPr/>
    </dgm:pt>
    <dgm:pt modelId="{1F9C4735-A6C2-2349-AA3C-E172CFB3DA74}" type="pres">
      <dgm:prSet presAssocID="{6EB1BA0B-DA70-1243-BFEF-C76C405FD584}" presName="Name5" presStyleLbl="vennNode1" presStyleIdx="2" presStyleCnt="4">
        <dgm:presLayoutVars>
          <dgm:bulletEnabled val="1"/>
        </dgm:presLayoutVars>
      </dgm:prSet>
      <dgm:spPr/>
    </dgm:pt>
    <dgm:pt modelId="{0ABD61B5-40A6-A24A-B092-143213AC1337}" type="pres">
      <dgm:prSet presAssocID="{E09132A1-DA1B-424A-82B0-B85EF52C1E5B}" presName="space" presStyleCnt="0"/>
      <dgm:spPr/>
    </dgm:pt>
    <dgm:pt modelId="{98344339-CFBC-8F4B-AFD1-634B9D524BC4}" type="pres">
      <dgm:prSet presAssocID="{278CE1DF-8C93-A74B-8E30-9A4DAE8057B2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26315760-52B7-BD40-896C-BBCB6BAC2233}" type="presOf" srcId="{E73076A5-CC3B-DA4F-A28C-FA277563B427}" destId="{1181779F-D30C-1442-AEB3-55E2A91D63D3}" srcOrd="0" destOrd="0" presId="urn:microsoft.com/office/officeart/2005/8/layout/venn3"/>
    <dgm:cxn modelId="{AA78B862-8D39-8441-AFA4-DAC28CE3A6AE}" srcId="{2C0B9A9D-324C-9147-AF33-1E6A60314D9A}" destId="{278CE1DF-8C93-A74B-8E30-9A4DAE8057B2}" srcOrd="3" destOrd="0" parTransId="{2CE58C24-4236-A849-A0B3-9092047B5C22}" sibTransId="{4A97368E-FCA3-594A-AFF9-7A0A1158134A}"/>
    <dgm:cxn modelId="{AB24A799-98BD-944C-8AAE-421D75C7A9A1}" type="presOf" srcId="{2C0B9A9D-324C-9147-AF33-1E6A60314D9A}" destId="{996D5030-E82C-B447-801D-3BA80578F2F8}" srcOrd="0" destOrd="0" presId="urn:microsoft.com/office/officeart/2005/8/layout/venn3"/>
    <dgm:cxn modelId="{40BFB7A3-E927-C544-BD2B-9C0B069DA496}" type="presOf" srcId="{6EB1BA0B-DA70-1243-BFEF-C76C405FD584}" destId="{1F9C4735-A6C2-2349-AA3C-E172CFB3DA74}" srcOrd="0" destOrd="0" presId="urn:microsoft.com/office/officeart/2005/8/layout/venn3"/>
    <dgm:cxn modelId="{226AA7A5-24D9-1A44-93A7-5CC1D44356CF}" srcId="{2C0B9A9D-324C-9147-AF33-1E6A60314D9A}" destId="{99D6C256-4C6A-B44E-BBC4-1D8B753A237C}" srcOrd="0" destOrd="0" parTransId="{1F15479E-B228-904E-9FAE-72967B2512D9}" sibTransId="{78A80AD5-4458-B048-97EE-1AB54D3DC96E}"/>
    <dgm:cxn modelId="{61879BB6-BB1A-2A41-AC8C-08CA309141CF}" type="presOf" srcId="{99D6C256-4C6A-B44E-BBC4-1D8B753A237C}" destId="{6BC4A795-C37C-5E4A-B7B9-9FEA383E11FB}" srcOrd="0" destOrd="0" presId="urn:microsoft.com/office/officeart/2005/8/layout/venn3"/>
    <dgm:cxn modelId="{7ADF12DA-4452-7F44-B0FB-D80E7F4C1552}" type="presOf" srcId="{278CE1DF-8C93-A74B-8E30-9A4DAE8057B2}" destId="{98344339-CFBC-8F4B-AFD1-634B9D524BC4}" srcOrd="0" destOrd="0" presId="urn:microsoft.com/office/officeart/2005/8/layout/venn3"/>
    <dgm:cxn modelId="{231022EB-6A8D-B442-B406-1707C8DCCBD6}" srcId="{2C0B9A9D-324C-9147-AF33-1E6A60314D9A}" destId="{E73076A5-CC3B-DA4F-A28C-FA277563B427}" srcOrd="1" destOrd="0" parTransId="{0E54119C-8ECB-6647-BBE9-BAB56E73AA5E}" sibTransId="{F63F0480-8D65-1141-9B8A-D69525466294}"/>
    <dgm:cxn modelId="{8AAD13EC-3504-984E-8768-129E4BA0C3BC}" srcId="{2C0B9A9D-324C-9147-AF33-1E6A60314D9A}" destId="{6EB1BA0B-DA70-1243-BFEF-C76C405FD584}" srcOrd="2" destOrd="0" parTransId="{200C7424-5A5B-C64A-8F21-8C1C53580FAA}" sibTransId="{E09132A1-DA1B-424A-82B0-B85EF52C1E5B}"/>
    <dgm:cxn modelId="{8ACB3DD0-37CC-9743-9926-2618AA0C691C}" type="presParOf" srcId="{996D5030-E82C-B447-801D-3BA80578F2F8}" destId="{6BC4A795-C37C-5E4A-B7B9-9FEA383E11FB}" srcOrd="0" destOrd="0" presId="urn:microsoft.com/office/officeart/2005/8/layout/venn3"/>
    <dgm:cxn modelId="{FE11155E-C267-7D46-81F3-E74D73BA731F}" type="presParOf" srcId="{996D5030-E82C-B447-801D-3BA80578F2F8}" destId="{17CE9BE5-070B-6146-91F6-CDB417D692A3}" srcOrd="1" destOrd="0" presId="urn:microsoft.com/office/officeart/2005/8/layout/venn3"/>
    <dgm:cxn modelId="{D4AB6A1B-0D54-CB4A-A029-0A12DB90E3F9}" type="presParOf" srcId="{996D5030-E82C-B447-801D-3BA80578F2F8}" destId="{1181779F-D30C-1442-AEB3-55E2A91D63D3}" srcOrd="2" destOrd="0" presId="urn:microsoft.com/office/officeart/2005/8/layout/venn3"/>
    <dgm:cxn modelId="{B409C085-E532-1249-90A9-07C681E9D25D}" type="presParOf" srcId="{996D5030-E82C-B447-801D-3BA80578F2F8}" destId="{1D30032D-55DC-F543-94C4-0E19972EFF44}" srcOrd="3" destOrd="0" presId="urn:microsoft.com/office/officeart/2005/8/layout/venn3"/>
    <dgm:cxn modelId="{653D39BD-1C66-BF4F-A8B2-5348BFF1527C}" type="presParOf" srcId="{996D5030-E82C-B447-801D-3BA80578F2F8}" destId="{1F9C4735-A6C2-2349-AA3C-E172CFB3DA74}" srcOrd="4" destOrd="0" presId="urn:microsoft.com/office/officeart/2005/8/layout/venn3"/>
    <dgm:cxn modelId="{D216EE93-3530-5442-9260-AFC3D6E90FC4}" type="presParOf" srcId="{996D5030-E82C-B447-801D-3BA80578F2F8}" destId="{0ABD61B5-40A6-A24A-B092-143213AC1337}" srcOrd="5" destOrd="0" presId="urn:microsoft.com/office/officeart/2005/8/layout/venn3"/>
    <dgm:cxn modelId="{009733DA-1E2F-4841-8CC5-348BB18B325C}" type="presParOf" srcId="{996D5030-E82C-B447-801D-3BA80578F2F8}" destId="{98344339-CFBC-8F4B-AFD1-634B9D524BC4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8D1347-8AD6-0D4C-A40C-D1DA3BE16D35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79E30C0-4765-DA4B-8EA7-B41D1A8B2AA6}">
      <dgm:prSet custT="1"/>
      <dgm:spPr/>
      <dgm:t>
        <a:bodyPr/>
        <a:lstStyle/>
        <a:p>
          <a:r>
            <a:rPr lang="en-US" sz="1400" b="1" dirty="0"/>
            <a:t>Switch F1: best and worst pairs</a:t>
          </a:r>
          <a:endParaRPr lang="en-US" sz="1400" dirty="0"/>
        </a:p>
      </dgm:t>
    </dgm:pt>
    <dgm:pt modelId="{2AB4A695-27BD-004D-822E-5B763C820265}" type="parTrans" cxnId="{9A692C9C-F596-2946-9514-90AA1C459538}">
      <dgm:prSet/>
      <dgm:spPr/>
      <dgm:t>
        <a:bodyPr/>
        <a:lstStyle/>
        <a:p>
          <a:endParaRPr lang="en-US" sz="1400"/>
        </a:p>
      </dgm:t>
    </dgm:pt>
    <dgm:pt modelId="{5BB7AF71-33A2-BD4C-9231-DB6C72AE444A}" type="sibTrans" cxnId="{9A692C9C-F596-2946-9514-90AA1C459538}">
      <dgm:prSet phldrT="1" phldr="0"/>
      <dgm:spPr/>
    </dgm:pt>
    <dgm:pt modelId="{6E62776A-1E09-F742-88EE-DE809D561504}">
      <dgm:prSet custT="1"/>
      <dgm:spPr/>
      <dgm:t>
        <a:bodyPr/>
        <a:lstStyle/>
        <a:p>
          <a:r>
            <a:rPr lang="en-US" sz="1400" dirty="0"/>
            <a:t>Korean–English: </a:t>
          </a:r>
          <a:r>
            <a:rPr lang="en-US" sz="1400" b="1" dirty="0"/>
            <a:t>0.717</a:t>
          </a:r>
          <a:endParaRPr lang="en-US" sz="1400" dirty="0"/>
        </a:p>
      </dgm:t>
    </dgm:pt>
    <dgm:pt modelId="{057586A6-0CDC-8249-974C-0AACBD1451F3}" type="parTrans" cxnId="{5DB1A31B-FAA1-5F4B-BC20-556665D2CEAE}">
      <dgm:prSet/>
      <dgm:spPr/>
      <dgm:t>
        <a:bodyPr/>
        <a:lstStyle/>
        <a:p>
          <a:endParaRPr lang="en-US" sz="1400"/>
        </a:p>
      </dgm:t>
    </dgm:pt>
    <dgm:pt modelId="{0C043B14-1AD5-204E-9E19-1A0E7363C8E5}" type="sibTrans" cxnId="{5DB1A31B-FAA1-5F4B-BC20-556665D2CEAE}">
      <dgm:prSet phldrT="2" phldr="0"/>
      <dgm:spPr/>
    </dgm:pt>
    <dgm:pt modelId="{3CF3C23B-C470-0347-AB12-90EFE7D29726}">
      <dgm:prSet custT="1"/>
      <dgm:spPr/>
      <dgm:t>
        <a:bodyPr/>
        <a:lstStyle/>
        <a:p>
          <a:r>
            <a:rPr lang="en-US" sz="1400"/>
            <a:t>Japanese–English: </a:t>
          </a:r>
          <a:r>
            <a:rPr lang="en-US" sz="1400" b="1"/>
            <a:t>0.633</a:t>
          </a:r>
          <a:endParaRPr lang="en-US" sz="1400"/>
        </a:p>
      </dgm:t>
    </dgm:pt>
    <dgm:pt modelId="{2AB3371D-6113-BA48-9C8B-C711D8F7783E}" type="parTrans" cxnId="{28415010-D153-C44D-8083-023F56DABBDC}">
      <dgm:prSet/>
      <dgm:spPr/>
      <dgm:t>
        <a:bodyPr/>
        <a:lstStyle/>
        <a:p>
          <a:endParaRPr lang="en-US" sz="1400"/>
        </a:p>
      </dgm:t>
    </dgm:pt>
    <dgm:pt modelId="{ECD7F98C-BC04-1F49-8636-0CCCB5CCAB92}" type="sibTrans" cxnId="{28415010-D153-C44D-8083-023F56DABBDC}">
      <dgm:prSet phldrT="3" phldr="0"/>
      <dgm:spPr/>
    </dgm:pt>
    <dgm:pt modelId="{ED6FEBD5-D900-7044-AD3C-EED28491259C}">
      <dgm:prSet custT="1"/>
      <dgm:spPr/>
      <dgm:t>
        <a:bodyPr/>
        <a:lstStyle/>
        <a:p>
          <a:r>
            <a:rPr lang="en-US" sz="1400"/>
            <a:t>Cantonese–English: </a:t>
          </a:r>
          <a:r>
            <a:rPr lang="en-US" sz="1400" b="1"/>
            <a:t>0.409</a:t>
          </a:r>
          <a:endParaRPr lang="en-US" sz="1400"/>
        </a:p>
      </dgm:t>
    </dgm:pt>
    <dgm:pt modelId="{30811F34-B637-154F-8343-A9D7A98C72FF}" type="parTrans" cxnId="{0B0B5EB1-1237-2947-9C60-DA5FF109457A}">
      <dgm:prSet/>
      <dgm:spPr/>
      <dgm:t>
        <a:bodyPr/>
        <a:lstStyle/>
        <a:p>
          <a:endParaRPr lang="en-US" sz="1400"/>
        </a:p>
      </dgm:t>
    </dgm:pt>
    <dgm:pt modelId="{2AC2A420-9FFF-A842-8522-02112E54BF22}" type="sibTrans" cxnId="{0B0B5EB1-1237-2947-9C60-DA5FF109457A}">
      <dgm:prSet phldrT="4" phldr="0"/>
      <dgm:spPr/>
    </dgm:pt>
    <dgm:pt modelId="{0F73C6B6-140C-3043-9F6E-328E68ED57E6}">
      <dgm:prSet custT="1"/>
      <dgm:spPr/>
      <dgm:t>
        <a:bodyPr/>
        <a:lstStyle/>
        <a:p>
          <a:r>
            <a:rPr lang="en-US" sz="1400"/>
            <a:t>Filipino–English: </a:t>
          </a:r>
          <a:r>
            <a:rPr lang="en-US" sz="1400" b="1"/>
            <a:t>0.397</a:t>
          </a:r>
          <a:endParaRPr lang="en-US" sz="1400"/>
        </a:p>
      </dgm:t>
    </dgm:pt>
    <dgm:pt modelId="{591F9270-D3A5-7042-938E-4FAEA575C5F8}" type="parTrans" cxnId="{0DDABFCE-0443-3749-9B15-78FF72AB84F8}">
      <dgm:prSet/>
      <dgm:spPr/>
      <dgm:t>
        <a:bodyPr/>
        <a:lstStyle/>
        <a:p>
          <a:endParaRPr lang="en-US" sz="1400"/>
        </a:p>
      </dgm:t>
    </dgm:pt>
    <dgm:pt modelId="{3E82E572-AB30-D245-A6E0-74F6F01829C7}" type="sibTrans" cxnId="{0DDABFCE-0443-3749-9B15-78FF72AB84F8}">
      <dgm:prSet phldrT="5" phldr="0"/>
      <dgm:spPr/>
    </dgm:pt>
    <dgm:pt modelId="{A6033BCB-923A-5245-B7B9-3F15E178E2BC}" type="pres">
      <dgm:prSet presAssocID="{358D1347-8AD6-0D4C-A40C-D1DA3BE16D35}" presName="vert0" presStyleCnt="0">
        <dgm:presLayoutVars>
          <dgm:dir/>
          <dgm:animOne val="branch"/>
          <dgm:animLvl val="lvl"/>
        </dgm:presLayoutVars>
      </dgm:prSet>
      <dgm:spPr/>
    </dgm:pt>
    <dgm:pt modelId="{036030B1-F901-5E4B-AD97-9D011BA27A21}" type="pres">
      <dgm:prSet presAssocID="{D79E30C0-4765-DA4B-8EA7-B41D1A8B2AA6}" presName="thickLine" presStyleLbl="alignNode1" presStyleIdx="0" presStyleCnt="5"/>
      <dgm:spPr/>
    </dgm:pt>
    <dgm:pt modelId="{7F877052-5E89-2A46-B4A7-916BEFB2405A}" type="pres">
      <dgm:prSet presAssocID="{D79E30C0-4765-DA4B-8EA7-B41D1A8B2AA6}" presName="horz1" presStyleCnt="0"/>
      <dgm:spPr/>
    </dgm:pt>
    <dgm:pt modelId="{A3663439-AC3F-9B48-80BD-7A7D8413CB3F}" type="pres">
      <dgm:prSet presAssocID="{D79E30C0-4765-DA4B-8EA7-B41D1A8B2AA6}" presName="tx1" presStyleLbl="revTx" presStyleIdx="0" presStyleCnt="5"/>
      <dgm:spPr/>
    </dgm:pt>
    <dgm:pt modelId="{1EF3011B-FDEB-B844-AD38-D95A5D25AD6E}" type="pres">
      <dgm:prSet presAssocID="{D79E30C0-4765-DA4B-8EA7-B41D1A8B2AA6}" presName="vert1" presStyleCnt="0"/>
      <dgm:spPr/>
    </dgm:pt>
    <dgm:pt modelId="{F53C6EAA-FBBE-274B-801D-3DB53A0ECFAA}" type="pres">
      <dgm:prSet presAssocID="{6E62776A-1E09-F742-88EE-DE809D561504}" presName="thickLine" presStyleLbl="alignNode1" presStyleIdx="1" presStyleCnt="5"/>
      <dgm:spPr/>
    </dgm:pt>
    <dgm:pt modelId="{636FF260-F42D-4649-ABFE-E887B313E5E9}" type="pres">
      <dgm:prSet presAssocID="{6E62776A-1E09-F742-88EE-DE809D561504}" presName="horz1" presStyleCnt="0"/>
      <dgm:spPr/>
    </dgm:pt>
    <dgm:pt modelId="{EC8E1D53-4D7B-1A42-9C77-E4F815659CC8}" type="pres">
      <dgm:prSet presAssocID="{6E62776A-1E09-F742-88EE-DE809D561504}" presName="tx1" presStyleLbl="revTx" presStyleIdx="1" presStyleCnt="5"/>
      <dgm:spPr/>
    </dgm:pt>
    <dgm:pt modelId="{CBC067F1-E997-4E4B-A954-7CEB165EB92B}" type="pres">
      <dgm:prSet presAssocID="{6E62776A-1E09-F742-88EE-DE809D561504}" presName="vert1" presStyleCnt="0"/>
      <dgm:spPr/>
    </dgm:pt>
    <dgm:pt modelId="{29C26C09-F4CE-BC4B-9007-BE5D9BF5B0C3}" type="pres">
      <dgm:prSet presAssocID="{3CF3C23B-C470-0347-AB12-90EFE7D29726}" presName="thickLine" presStyleLbl="alignNode1" presStyleIdx="2" presStyleCnt="5"/>
      <dgm:spPr/>
    </dgm:pt>
    <dgm:pt modelId="{A9F85166-5FFC-0044-A594-7D39438265FB}" type="pres">
      <dgm:prSet presAssocID="{3CF3C23B-C470-0347-AB12-90EFE7D29726}" presName="horz1" presStyleCnt="0"/>
      <dgm:spPr/>
    </dgm:pt>
    <dgm:pt modelId="{9851F299-C664-A24A-83A6-96158DF4CE06}" type="pres">
      <dgm:prSet presAssocID="{3CF3C23B-C470-0347-AB12-90EFE7D29726}" presName="tx1" presStyleLbl="revTx" presStyleIdx="2" presStyleCnt="5"/>
      <dgm:spPr/>
    </dgm:pt>
    <dgm:pt modelId="{D1710653-083B-8E45-BA5D-90BE447532A7}" type="pres">
      <dgm:prSet presAssocID="{3CF3C23B-C470-0347-AB12-90EFE7D29726}" presName="vert1" presStyleCnt="0"/>
      <dgm:spPr/>
    </dgm:pt>
    <dgm:pt modelId="{CBD9D585-274E-A545-90D1-E545EB02EDBE}" type="pres">
      <dgm:prSet presAssocID="{ED6FEBD5-D900-7044-AD3C-EED28491259C}" presName="thickLine" presStyleLbl="alignNode1" presStyleIdx="3" presStyleCnt="5"/>
      <dgm:spPr/>
    </dgm:pt>
    <dgm:pt modelId="{AC832797-A542-8644-81A8-177916B911FE}" type="pres">
      <dgm:prSet presAssocID="{ED6FEBD5-D900-7044-AD3C-EED28491259C}" presName="horz1" presStyleCnt="0"/>
      <dgm:spPr/>
    </dgm:pt>
    <dgm:pt modelId="{F4B099E5-24CE-A741-9400-1D6BC94CE3B8}" type="pres">
      <dgm:prSet presAssocID="{ED6FEBD5-D900-7044-AD3C-EED28491259C}" presName="tx1" presStyleLbl="revTx" presStyleIdx="3" presStyleCnt="5"/>
      <dgm:spPr/>
    </dgm:pt>
    <dgm:pt modelId="{B0FABFD9-258B-BA4A-B860-9CB27B4430F0}" type="pres">
      <dgm:prSet presAssocID="{ED6FEBD5-D900-7044-AD3C-EED28491259C}" presName="vert1" presStyleCnt="0"/>
      <dgm:spPr/>
    </dgm:pt>
    <dgm:pt modelId="{513A089F-A1EE-124F-818B-8C1E004E292D}" type="pres">
      <dgm:prSet presAssocID="{0F73C6B6-140C-3043-9F6E-328E68ED57E6}" presName="thickLine" presStyleLbl="alignNode1" presStyleIdx="4" presStyleCnt="5"/>
      <dgm:spPr/>
    </dgm:pt>
    <dgm:pt modelId="{82E35375-EB91-1848-8F76-CC975A75E16C}" type="pres">
      <dgm:prSet presAssocID="{0F73C6B6-140C-3043-9F6E-328E68ED57E6}" presName="horz1" presStyleCnt="0"/>
      <dgm:spPr/>
    </dgm:pt>
    <dgm:pt modelId="{3F075070-E48E-2045-8409-56B4257A4328}" type="pres">
      <dgm:prSet presAssocID="{0F73C6B6-140C-3043-9F6E-328E68ED57E6}" presName="tx1" presStyleLbl="revTx" presStyleIdx="4" presStyleCnt="5"/>
      <dgm:spPr/>
    </dgm:pt>
    <dgm:pt modelId="{FD12BB6A-4E0D-2A4B-A0F6-79107449F99E}" type="pres">
      <dgm:prSet presAssocID="{0F73C6B6-140C-3043-9F6E-328E68ED57E6}" presName="vert1" presStyleCnt="0"/>
      <dgm:spPr/>
    </dgm:pt>
  </dgm:ptLst>
  <dgm:cxnLst>
    <dgm:cxn modelId="{93E01610-26C0-8E4C-9EE2-A3A3D54E0576}" type="presOf" srcId="{3CF3C23B-C470-0347-AB12-90EFE7D29726}" destId="{9851F299-C664-A24A-83A6-96158DF4CE06}" srcOrd="0" destOrd="0" presId="urn:microsoft.com/office/officeart/2008/layout/LinedList"/>
    <dgm:cxn modelId="{83622F10-91B1-294E-B812-4CFD8331DEA9}" type="presOf" srcId="{6E62776A-1E09-F742-88EE-DE809D561504}" destId="{EC8E1D53-4D7B-1A42-9C77-E4F815659CC8}" srcOrd="0" destOrd="0" presId="urn:microsoft.com/office/officeart/2008/layout/LinedList"/>
    <dgm:cxn modelId="{28415010-D153-C44D-8083-023F56DABBDC}" srcId="{358D1347-8AD6-0D4C-A40C-D1DA3BE16D35}" destId="{3CF3C23B-C470-0347-AB12-90EFE7D29726}" srcOrd="2" destOrd="0" parTransId="{2AB3371D-6113-BA48-9C8B-C711D8F7783E}" sibTransId="{ECD7F98C-BC04-1F49-8636-0CCCB5CCAB92}"/>
    <dgm:cxn modelId="{C684BC10-D705-2942-92B0-23375596807F}" type="presOf" srcId="{ED6FEBD5-D900-7044-AD3C-EED28491259C}" destId="{F4B099E5-24CE-A741-9400-1D6BC94CE3B8}" srcOrd="0" destOrd="0" presId="urn:microsoft.com/office/officeart/2008/layout/LinedList"/>
    <dgm:cxn modelId="{5DB1A31B-FAA1-5F4B-BC20-556665D2CEAE}" srcId="{358D1347-8AD6-0D4C-A40C-D1DA3BE16D35}" destId="{6E62776A-1E09-F742-88EE-DE809D561504}" srcOrd="1" destOrd="0" parTransId="{057586A6-0CDC-8249-974C-0AACBD1451F3}" sibTransId="{0C043B14-1AD5-204E-9E19-1A0E7363C8E5}"/>
    <dgm:cxn modelId="{80E93452-599F-3D41-8BCE-55910F5606E2}" type="presOf" srcId="{0F73C6B6-140C-3043-9F6E-328E68ED57E6}" destId="{3F075070-E48E-2045-8409-56B4257A4328}" srcOrd="0" destOrd="0" presId="urn:microsoft.com/office/officeart/2008/layout/LinedList"/>
    <dgm:cxn modelId="{2BFC8E59-994E-1548-B7F8-D1D562F42B9D}" type="presOf" srcId="{358D1347-8AD6-0D4C-A40C-D1DA3BE16D35}" destId="{A6033BCB-923A-5245-B7B9-3F15E178E2BC}" srcOrd="0" destOrd="0" presId="urn:microsoft.com/office/officeart/2008/layout/LinedList"/>
    <dgm:cxn modelId="{9A692C9C-F596-2946-9514-90AA1C459538}" srcId="{358D1347-8AD6-0D4C-A40C-D1DA3BE16D35}" destId="{D79E30C0-4765-DA4B-8EA7-B41D1A8B2AA6}" srcOrd="0" destOrd="0" parTransId="{2AB4A695-27BD-004D-822E-5B763C820265}" sibTransId="{5BB7AF71-33A2-BD4C-9231-DB6C72AE444A}"/>
    <dgm:cxn modelId="{0B0B5EB1-1237-2947-9C60-DA5FF109457A}" srcId="{358D1347-8AD6-0D4C-A40C-D1DA3BE16D35}" destId="{ED6FEBD5-D900-7044-AD3C-EED28491259C}" srcOrd="3" destOrd="0" parTransId="{30811F34-B637-154F-8343-A9D7A98C72FF}" sibTransId="{2AC2A420-9FFF-A842-8522-02112E54BF22}"/>
    <dgm:cxn modelId="{0DDABFCE-0443-3749-9B15-78FF72AB84F8}" srcId="{358D1347-8AD6-0D4C-A40C-D1DA3BE16D35}" destId="{0F73C6B6-140C-3043-9F6E-328E68ED57E6}" srcOrd="4" destOrd="0" parTransId="{591F9270-D3A5-7042-938E-4FAEA575C5F8}" sibTransId="{3E82E572-AB30-D245-A6E0-74F6F01829C7}"/>
    <dgm:cxn modelId="{EBAB55EB-0F04-2E46-821E-B32C56692A9D}" type="presOf" srcId="{D79E30C0-4765-DA4B-8EA7-B41D1A8B2AA6}" destId="{A3663439-AC3F-9B48-80BD-7A7D8413CB3F}" srcOrd="0" destOrd="0" presId="urn:microsoft.com/office/officeart/2008/layout/LinedList"/>
    <dgm:cxn modelId="{1F0E43FB-B2C5-7A49-B1DC-89E46693D0DB}" type="presParOf" srcId="{A6033BCB-923A-5245-B7B9-3F15E178E2BC}" destId="{036030B1-F901-5E4B-AD97-9D011BA27A21}" srcOrd="0" destOrd="0" presId="urn:microsoft.com/office/officeart/2008/layout/LinedList"/>
    <dgm:cxn modelId="{B3091322-58EB-E54C-A871-B40924DAD32A}" type="presParOf" srcId="{A6033BCB-923A-5245-B7B9-3F15E178E2BC}" destId="{7F877052-5E89-2A46-B4A7-916BEFB2405A}" srcOrd="1" destOrd="0" presId="urn:microsoft.com/office/officeart/2008/layout/LinedList"/>
    <dgm:cxn modelId="{1CEFA38F-AFFA-A047-83EC-9A83EEDDCCA7}" type="presParOf" srcId="{7F877052-5E89-2A46-B4A7-916BEFB2405A}" destId="{A3663439-AC3F-9B48-80BD-7A7D8413CB3F}" srcOrd="0" destOrd="0" presId="urn:microsoft.com/office/officeart/2008/layout/LinedList"/>
    <dgm:cxn modelId="{6926F6D3-C29A-BA43-B62C-252AC54843D9}" type="presParOf" srcId="{7F877052-5E89-2A46-B4A7-916BEFB2405A}" destId="{1EF3011B-FDEB-B844-AD38-D95A5D25AD6E}" srcOrd="1" destOrd="0" presId="urn:microsoft.com/office/officeart/2008/layout/LinedList"/>
    <dgm:cxn modelId="{2E657D06-712A-6249-9A15-A49B634068B0}" type="presParOf" srcId="{A6033BCB-923A-5245-B7B9-3F15E178E2BC}" destId="{F53C6EAA-FBBE-274B-801D-3DB53A0ECFAA}" srcOrd="2" destOrd="0" presId="urn:microsoft.com/office/officeart/2008/layout/LinedList"/>
    <dgm:cxn modelId="{81EDD902-2DBC-764A-8ADD-012A866B7286}" type="presParOf" srcId="{A6033BCB-923A-5245-B7B9-3F15E178E2BC}" destId="{636FF260-F42D-4649-ABFE-E887B313E5E9}" srcOrd="3" destOrd="0" presId="urn:microsoft.com/office/officeart/2008/layout/LinedList"/>
    <dgm:cxn modelId="{62E359B2-6C5D-CC47-AA91-44739BB7BC3B}" type="presParOf" srcId="{636FF260-F42D-4649-ABFE-E887B313E5E9}" destId="{EC8E1D53-4D7B-1A42-9C77-E4F815659CC8}" srcOrd="0" destOrd="0" presId="urn:microsoft.com/office/officeart/2008/layout/LinedList"/>
    <dgm:cxn modelId="{6CDB361E-2AFB-CB4B-9E5A-753F54F83D0F}" type="presParOf" srcId="{636FF260-F42D-4649-ABFE-E887B313E5E9}" destId="{CBC067F1-E997-4E4B-A954-7CEB165EB92B}" srcOrd="1" destOrd="0" presId="urn:microsoft.com/office/officeart/2008/layout/LinedList"/>
    <dgm:cxn modelId="{D58CCDD5-22F7-2E43-8774-631D02555208}" type="presParOf" srcId="{A6033BCB-923A-5245-B7B9-3F15E178E2BC}" destId="{29C26C09-F4CE-BC4B-9007-BE5D9BF5B0C3}" srcOrd="4" destOrd="0" presId="urn:microsoft.com/office/officeart/2008/layout/LinedList"/>
    <dgm:cxn modelId="{9703BFA6-D155-0C49-99BB-FB83C5D4837D}" type="presParOf" srcId="{A6033BCB-923A-5245-B7B9-3F15E178E2BC}" destId="{A9F85166-5FFC-0044-A594-7D39438265FB}" srcOrd="5" destOrd="0" presId="urn:microsoft.com/office/officeart/2008/layout/LinedList"/>
    <dgm:cxn modelId="{B5EFC086-98AA-EE41-9FA2-0B17FDF81B60}" type="presParOf" srcId="{A9F85166-5FFC-0044-A594-7D39438265FB}" destId="{9851F299-C664-A24A-83A6-96158DF4CE06}" srcOrd="0" destOrd="0" presId="urn:microsoft.com/office/officeart/2008/layout/LinedList"/>
    <dgm:cxn modelId="{D67D89A8-8DFF-294B-947C-607BD94E7E97}" type="presParOf" srcId="{A9F85166-5FFC-0044-A594-7D39438265FB}" destId="{D1710653-083B-8E45-BA5D-90BE447532A7}" srcOrd="1" destOrd="0" presId="urn:microsoft.com/office/officeart/2008/layout/LinedList"/>
    <dgm:cxn modelId="{3F2263E8-8408-3441-BA5A-F8331847C0E5}" type="presParOf" srcId="{A6033BCB-923A-5245-B7B9-3F15E178E2BC}" destId="{CBD9D585-274E-A545-90D1-E545EB02EDBE}" srcOrd="6" destOrd="0" presId="urn:microsoft.com/office/officeart/2008/layout/LinedList"/>
    <dgm:cxn modelId="{B3D1282C-7138-C245-8ED9-354F7A3A1910}" type="presParOf" srcId="{A6033BCB-923A-5245-B7B9-3F15E178E2BC}" destId="{AC832797-A542-8644-81A8-177916B911FE}" srcOrd="7" destOrd="0" presId="urn:microsoft.com/office/officeart/2008/layout/LinedList"/>
    <dgm:cxn modelId="{BCBDE711-7805-5F4D-9104-74EBEFFC9302}" type="presParOf" srcId="{AC832797-A542-8644-81A8-177916B911FE}" destId="{F4B099E5-24CE-A741-9400-1D6BC94CE3B8}" srcOrd="0" destOrd="0" presId="urn:microsoft.com/office/officeart/2008/layout/LinedList"/>
    <dgm:cxn modelId="{C9D8DC1C-732A-DD4F-9998-BC6D8EC25B86}" type="presParOf" srcId="{AC832797-A542-8644-81A8-177916B911FE}" destId="{B0FABFD9-258B-BA4A-B860-9CB27B4430F0}" srcOrd="1" destOrd="0" presId="urn:microsoft.com/office/officeart/2008/layout/LinedList"/>
    <dgm:cxn modelId="{463F7B0B-411A-714C-9784-66805EBE5CB8}" type="presParOf" srcId="{A6033BCB-923A-5245-B7B9-3F15E178E2BC}" destId="{513A089F-A1EE-124F-818B-8C1E004E292D}" srcOrd="8" destOrd="0" presId="urn:microsoft.com/office/officeart/2008/layout/LinedList"/>
    <dgm:cxn modelId="{F4E413FA-04EE-B743-AB77-E1C8BA8E670D}" type="presParOf" srcId="{A6033BCB-923A-5245-B7B9-3F15E178E2BC}" destId="{82E35375-EB91-1848-8F76-CC975A75E16C}" srcOrd="9" destOrd="0" presId="urn:microsoft.com/office/officeart/2008/layout/LinedList"/>
    <dgm:cxn modelId="{CF9AD889-BB6D-604D-B8E0-AD36D9650B78}" type="presParOf" srcId="{82E35375-EB91-1848-8F76-CC975A75E16C}" destId="{3F075070-E48E-2045-8409-56B4257A4328}" srcOrd="0" destOrd="0" presId="urn:microsoft.com/office/officeart/2008/layout/LinedList"/>
    <dgm:cxn modelId="{BBE16B66-A493-CB43-9638-CDC655BE3E43}" type="presParOf" srcId="{82E35375-EB91-1848-8F76-CC975A75E16C}" destId="{FD12BB6A-4E0D-2A4B-A0F6-79107449F99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7AE60-3A57-CD4C-9493-3ACD04E47472}">
      <dsp:nvSpPr>
        <dsp:cNvPr id="0" name=""/>
        <dsp:cNvSpPr/>
      </dsp:nvSpPr>
      <dsp:spPr>
        <a:xfrm>
          <a:off x="844" y="172963"/>
          <a:ext cx="970139" cy="4850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7 non-Latin pairs</a:t>
          </a:r>
        </a:p>
      </dsp:txBody>
      <dsp:txXfrm>
        <a:off x="15051" y="187170"/>
        <a:ext cx="941725" cy="456655"/>
      </dsp:txXfrm>
    </dsp:sp>
    <dsp:sp modelId="{3B7828FD-41A7-624C-8BC2-235422131158}">
      <dsp:nvSpPr>
        <dsp:cNvPr id="0" name=""/>
        <dsp:cNvSpPr/>
      </dsp:nvSpPr>
      <dsp:spPr>
        <a:xfrm>
          <a:off x="1213517" y="172963"/>
          <a:ext cx="970139" cy="4850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7 Latin-script pairs</a:t>
          </a:r>
        </a:p>
      </dsp:txBody>
      <dsp:txXfrm>
        <a:off x="1227724" y="187170"/>
        <a:ext cx="941725" cy="456655"/>
      </dsp:txXfrm>
    </dsp:sp>
    <dsp:sp modelId="{B0417652-FC7C-8148-B879-D4EBFB479BB9}">
      <dsp:nvSpPr>
        <dsp:cNvPr id="0" name=""/>
        <dsp:cNvSpPr/>
      </dsp:nvSpPr>
      <dsp:spPr>
        <a:xfrm>
          <a:off x="2426191" y="172963"/>
          <a:ext cx="970139" cy="4850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German–French</a:t>
          </a:r>
        </a:p>
      </dsp:txBody>
      <dsp:txXfrm>
        <a:off x="2440398" y="187170"/>
        <a:ext cx="941725" cy="456655"/>
      </dsp:txXfrm>
    </dsp:sp>
    <dsp:sp modelId="{AB092C99-938E-5443-A754-2C5089A18CE3}">
      <dsp:nvSpPr>
        <dsp:cNvPr id="0" name=""/>
        <dsp:cNvSpPr/>
      </dsp:nvSpPr>
      <dsp:spPr>
        <a:xfrm>
          <a:off x="3638865" y="172963"/>
          <a:ext cx="970139" cy="4850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975k sentences</a:t>
          </a:r>
        </a:p>
      </dsp:txBody>
      <dsp:txXfrm>
        <a:off x="3653072" y="187170"/>
        <a:ext cx="941725" cy="456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4A795-C37C-5E4A-B7B9-9FEA383E11FB}">
      <dsp:nvSpPr>
        <dsp:cNvPr id="0" name=""/>
        <dsp:cNvSpPr/>
      </dsp:nvSpPr>
      <dsp:spPr>
        <a:xfrm>
          <a:off x="15782" y="36499"/>
          <a:ext cx="1344748" cy="134474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74006" tIns="13970" rIns="74006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0.555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Switch F1 (macro)</a:t>
          </a:r>
        </a:p>
      </dsp:txBody>
      <dsp:txXfrm>
        <a:off x="212716" y="233433"/>
        <a:ext cx="950880" cy="950880"/>
      </dsp:txXfrm>
    </dsp:sp>
    <dsp:sp modelId="{1181779F-D30C-1442-AEB3-55E2A91D63D3}">
      <dsp:nvSpPr>
        <dsp:cNvPr id="0" name=""/>
        <dsp:cNvSpPr/>
      </dsp:nvSpPr>
      <dsp:spPr>
        <a:xfrm>
          <a:off x="1184893" y="36499"/>
          <a:ext cx="1344748" cy="134474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74006" tIns="13970" rIns="74006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0.528</a:t>
          </a:r>
          <a:br>
            <a:rPr lang="en-US" sz="1100" kern="1200" dirty="0"/>
          </a:br>
          <a:r>
            <a:rPr lang="en-US" sz="1100" kern="1200" dirty="0"/>
            <a:t>PR-AUC</a:t>
          </a:r>
        </a:p>
      </dsp:txBody>
      <dsp:txXfrm>
        <a:off x="1381827" y="233433"/>
        <a:ext cx="950880" cy="950880"/>
      </dsp:txXfrm>
    </dsp:sp>
    <dsp:sp modelId="{1F9C4735-A6C2-2349-AA3C-E172CFB3DA74}">
      <dsp:nvSpPr>
        <dsp:cNvPr id="0" name=""/>
        <dsp:cNvSpPr/>
      </dsp:nvSpPr>
      <dsp:spPr>
        <a:xfrm>
          <a:off x="2152937" y="36499"/>
          <a:ext cx="1344748" cy="134474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74006" tIns="13970" rIns="74006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0.531</a:t>
          </a:r>
          <a:br>
            <a:rPr lang="en-US" sz="1100" kern="1200" dirty="0"/>
          </a:br>
          <a:r>
            <a:rPr lang="en-US" sz="1100" kern="1200" dirty="0"/>
            <a:t>Duration macro-F1</a:t>
          </a:r>
        </a:p>
      </dsp:txBody>
      <dsp:txXfrm>
        <a:off x="2349871" y="233433"/>
        <a:ext cx="950880" cy="950880"/>
      </dsp:txXfrm>
    </dsp:sp>
    <dsp:sp modelId="{98344339-CFBC-8F4B-AFD1-634B9D524BC4}">
      <dsp:nvSpPr>
        <dsp:cNvPr id="0" name=""/>
        <dsp:cNvSpPr/>
      </dsp:nvSpPr>
      <dsp:spPr>
        <a:xfrm>
          <a:off x="3228735" y="36499"/>
          <a:ext cx="1344748" cy="134474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74006" tIns="13970" rIns="74006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0.000</a:t>
          </a:r>
          <a:br>
            <a:rPr lang="en-US" sz="1100" kern="1200" dirty="0"/>
          </a:br>
          <a:r>
            <a:rPr lang="en-US" sz="1100" kern="1200" dirty="0"/>
            <a:t>Always No-Switch F1</a:t>
          </a:r>
        </a:p>
      </dsp:txBody>
      <dsp:txXfrm>
        <a:off x="3425669" y="233433"/>
        <a:ext cx="950880" cy="950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030B1-F901-5E4B-AD97-9D011BA27A21}">
      <dsp:nvSpPr>
        <dsp:cNvPr id="0" name=""/>
        <dsp:cNvSpPr/>
      </dsp:nvSpPr>
      <dsp:spPr>
        <a:xfrm>
          <a:off x="0" y="175"/>
          <a:ext cx="33345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63439-AC3F-9B48-80BD-7A7D8413CB3F}">
      <dsp:nvSpPr>
        <dsp:cNvPr id="0" name=""/>
        <dsp:cNvSpPr/>
      </dsp:nvSpPr>
      <dsp:spPr>
        <a:xfrm>
          <a:off x="0" y="175"/>
          <a:ext cx="3334529" cy="287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Switch F1: best and worst pairs</a:t>
          </a:r>
          <a:endParaRPr lang="en-US" sz="1400" kern="1200" dirty="0"/>
        </a:p>
      </dsp:txBody>
      <dsp:txXfrm>
        <a:off x="0" y="175"/>
        <a:ext cx="3334529" cy="287364"/>
      </dsp:txXfrm>
    </dsp:sp>
    <dsp:sp modelId="{F53C6EAA-FBBE-274B-801D-3DB53A0ECFAA}">
      <dsp:nvSpPr>
        <dsp:cNvPr id="0" name=""/>
        <dsp:cNvSpPr/>
      </dsp:nvSpPr>
      <dsp:spPr>
        <a:xfrm>
          <a:off x="0" y="287539"/>
          <a:ext cx="33345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E1D53-4D7B-1A42-9C77-E4F815659CC8}">
      <dsp:nvSpPr>
        <dsp:cNvPr id="0" name=""/>
        <dsp:cNvSpPr/>
      </dsp:nvSpPr>
      <dsp:spPr>
        <a:xfrm>
          <a:off x="0" y="287539"/>
          <a:ext cx="3334529" cy="287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Korean–English: </a:t>
          </a:r>
          <a:r>
            <a:rPr lang="en-US" sz="1400" b="1" kern="1200" dirty="0"/>
            <a:t>0.717</a:t>
          </a:r>
          <a:endParaRPr lang="en-US" sz="1400" kern="1200" dirty="0"/>
        </a:p>
      </dsp:txBody>
      <dsp:txXfrm>
        <a:off x="0" y="287539"/>
        <a:ext cx="3334529" cy="287364"/>
      </dsp:txXfrm>
    </dsp:sp>
    <dsp:sp modelId="{29C26C09-F4CE-BC4B-9007-BE5D9BF5B0C3}">
      <dsp:nvSpPr>
        <dsp:cNvPr id="0" name=""/>
        <dsp:cNvSpPr/>
      </dsp:nvSpPr>
      <dsp:spPr>
        <a:xfrm>
          <a:off x="0" y="574904"/>
          <a:ext cx="33345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1F299-C664-A24A-83A6-96158DF4CE06}">
      <dsp:nvSpPr>
        <dsp:cNvPr id="0" name=""/>
        <dsp:cNvSpPr/>
      </dsp:nvSpPr>
      <dsp:spPr>
        <a:xfrm>
          <a:off x="0" y="574904"/>
          <a:ext cx="3334529" cy="287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Japanese–English: </a:t>
          </a:r>
          <a:r>
            <a:rPr lang="en-US" sz="1400" b="1" kern="1200"/>
            <a:t>0.633</a:t>
          </a:r>
          <a:endParaRPr lang="en-US" sz="1400" kern="1200"/>
        </a:p>
      </dsp:txBody>
      <dsp:txXfrm>
        <a:off x="0" y="574904"/>
        <a:ext cx="3334529" cy="287364"/>
      </dsp:txXfrm>
    </dsp:sp>
    <dsp:sp modelId="{CBD9D585-274E-A545-90D1-E545EB02EDBE}">
      <dsp:nvSpPr>
        <dsp:cNvPr id="0" name=""/>
        <dsp:cNvSpPr/>
      </dsp:nvSpPr>
      <dsp:spPr>
        <a:xfrm>
          <a:off x="0" y="862268"/>
          <a:ext cx="33345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099E5-24CE-A741-9400-1D6BC94CE3B8}">
      <dsp:nvSpPr>
        <dsp:cNvPr id="0" name=""/>
        <dsp:cNvSpPr/>
      </dsp:nvSpPr>
      <dsp:spPr>
        <a:xfrm>
          <a:off x="0" y="862268"/>
          <a:ext cx="3334529" cy="287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Cantonese–English: </a:t>
          </a:r>
          <a:r>
            <a:rPr lang="en-US" sz="1400" b="1" kern="1200"/>
            <a:t>0.409</a:t>
          </a:r>
          <a:endParaRPr lang="en-US" sz="1400" kern="1200"/>
        </a:p>
      </dsp:txBody>
      <dsp:txXfrm>
        <a:off x="0" y="862268"/>
        <a:ext cx="3334529" cy="287364"/>
      </dsp:txXfrm>
    </dsp:sp>
    <dsp:sp modelId="{513A089F-A1EE-124F-818B-8C1E004E292D}">
      <dsp:nvSpPr>
        <dsp:cNvPr id="0" name=""/>
        <dsp:cNvSpPr/>
      </dsp:nvSpPr>
      <dsp:spPr>
        <a:xfrm>
          <a:off x="0" y="1149633"/>
          <a:ext cx="33345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75070-E48E-2045-8409-56B4257A4328}">
      <dsp:nvSpPr>
        <dsp:cNvPr id="0" name=""/>
        <dsp:cNvSpPr/>
      </dsp:nvSpPr>
      <dsp:spPr>
        <a:xfrm>
          <a:off x="0" y="1149633"/>
          <a:ext cx="3334529" cy="287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Filipino–English: </a:t>
          </a:r>
          <a:r>
            <a:rPr lang="en-US" sz="1400" b="1" kern="1200"/>
            <a:t>0.397</a:t>
          </a:r>
          <a:endParaRPr lang="en-US" sz="1400" kern="1200"/>
        </a:p>
      </dsp:txBody>
      <dsp:txXfrm>
        <a:off x="0" y="1149633"/>
        <a:ext cx="3334529" cy="287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2026/10/17</a:t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‹#›</a:t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88B30F0F-2FCE-41B7-BA44-BA2C511509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E87FBA69-B7CC-4FB5-995C-F38E4AC542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8C36-AC8E-72E4-8D94-6630AE28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BAAD0D-A442-E32D-9FBA-A3D9D6BDE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20C637-5EF3-DFD8-5F89-3C9DDE513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E03A15-A90D-094D-A7DC-A693FAF1B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415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2583D-9E59-E391-E782-44A9B687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FAED28-5FB8-25F8-2BFD-518B8793B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DAB43A-0CA2-DF5F-14A2-6624753C2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1D1486-6EA5-B15C-F67D-7BA3BC4F4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564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1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4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notesSlide" Target="../notesSlides/notesSlide5.xml"/><Relationship Id="rId7" Type="http://schemas.openxmlformats.org/officeDocument/2006/relationships/diagramLayout" Target="../diagrams/layout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diagramData" Target="../diagrams/data3.xml"/><Relationship Id="rId5" Type="http://schemas.microsoft.com/office/2007/relationships/hdphoto" Target="../media/hdphoto1.wdp"/><Relationship Id="rId10" Type="http://schemas.microsoft.com/office/2007/relationships/diagramDrawing" Target="../diagrams/drawing3.xml"/><Relationship Id="rId4" Type="http://schemas.openxmlformats.org/officeDocument/2006/relationships/image" Target="../media/image1.png"/><Relationship Id="rId9" Type="http://schemas.openxmlformats.org/officeDocument/2006/relationships/diagramColors" Target="../diagrams/colors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 descr="图片包含 游戏机, 自然&#10;&#10;描述已自动生成"/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78" t="5296" r="3052" b="18964"/>
          <a:stretch>
            <a:fillRect/>
          </a:stretch>
        </p:blipFill>
        <p:spPr>
          <a:xfrm flipH="1" flipV="1">
            <a:off x="688931" y="0"/>
            <a:ext cx="11503069" cy="6858000"/>
          </a:xfrm>
          <a:custGeom>
            <a:avLst/>
            <a:gdLst>
              <a:gd name="connsiteX0" fmla="*/ 11503069 w 11503069"/>
              <a:gd name="connsiteY0" fmla="*/ 6858000 h 6858000"/>
              <a:gd name="connsiteX1" fmla="*/ 0 w 11503069"/>
              <a:gd name="connsiteY1" fmla="*/ 6858000 h 6858000"/>
              <a:gd name="connsiteX2" fmla="*/ 0 w 11503069"/>
              <a:gd name="connsiteY2" fmla="*/ 0 h 6858000"/>
              <a:gd name="connsiteX3" fmla="*/ 11503069 w 11503069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3069" h="6858000">
                <a:moveTo>
                  <a:pt x="11503069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1503069" y="0"/>
                </a:lnTo>
                <a:close/>
              </a:path>
            </a:pathLst>
          </a:custGeom>
        </p:spPr>
      </p:pic>
      <p:cxnSp>
        <p:nvCxnSpPr>
          <p:cNvPr id="10" name="直接箭头连接符 9"/>
          <p:cNvCxnSpPr>
            <a:cxnSpLocks/>
          </p:cNvCxnSpPr>
          <p:nvPr/>
        </p:nvCxnSpPr>
        <p:spPr>
          <a:xfrm flipH="1">
            <a:off x="5295607" y="4346325"/>
            <a:ext cx="2572043" cy="0"/>
          </a:xfrm>
          <a:prstGeom prst="straightConnector1">
            <a:avLst/>
          </a:prstGeom>
          <a:ln>
            <a:solidFill>
              <a:schemeClr val="accent1"/>
            </a:solidFill>
            <a:headEnd type="arrow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6"/>
          <p:cNvSpPr txBox="1"/>
          <p:nvPr>
            <p:custDataLst>
              <p:tags r:id="rId2"/>
            </p:custDataLst>
          </p:nvPr>
        </p:nvSpPr>
        <p:spPr>
          <a:xfrm>
            <a:off x="7867650" y="4171950"/>
            <a:ext cx="1784350" cy="908903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Montserrat" panose="00000500000000000000"/>
                <a:ea typeface="MiSans Light" panose="00000400000000000000" charset="-122"/>
              </a:defRPr>
            </a:lvl1pPr>
          </a:lstStyle>
          <a:p>
            <a:pPr algn="dist"/>
            <a:r>
              <a:rPr lang="en-US" altLang="zh-CN" dirty="0">
                <a:solidFill>
                  <a:schemeClr val="accent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Project Update 1</a:t>
            </a:r>
          </a:p>
          <a:p>
            <a:pPr algn="dist"/>
            <a:r>
              <a:rPr lang="en-US" altLang="zh-CN" dirty="0">
                <a:solidFill>
                  <a:schemeClr val="accent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Streaming Data &amp; Causal Baselines</a:t>
            </a: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3648548" y="2847210"/>
            <a:ext cx="6721514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/>
              <a:t>Predictive Multitask Learning for Streaming Code-Switching</a:t>
            </a:r>
          </a:p>
        </p:txBody>
      </p:sp>
      <p:sp>
        <p:nvSpPr>
          <p:cNvPr id="44" name="矩形 43"/>
          <p:cNvSpPr/>
          <p:nvPr/>
        </p:nvSpPr>
        <p:spPr>
          <a:xfrm>
            <a:off x="0" y="258184"/>
            <a:ext cx="1055688" cy="68580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63255" y="588723"/>
            <a:ext cx="430059" cy="154488"/>
            <a:chOff x="7753611" y="-2217107"/>
            <a:chExt cx="430059" cy="154488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7753611" y="-2217107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7755698" y="-2139863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7757785" y="-2062619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矩形 61"/>
          <p:cNvSpPr/>
          <p:nvPr/>
        </p:nvSpPr>
        <p:spPr>
          <a:xfrm>
            <a:off x="701458" y="5510778"/>
            <a:ext cx="7064679" cy="688932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83772" y="5486400"/>
            <a:ext cx="10740174" cy="75088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177800" dist="88900" dir="5400000" algn="t" rotWithShape="0">
              <a:srgbClr val="014EFE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6197" y="4975127"/>
            <a:ext cx="3171161" cy="156966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rPr>
              <a:t>Team 10</a:t>
            </a:r>
          </a:p>
          <a:p>
            <a:pPr algn="ctr"/>
            <a:endParaRPr lang="en-US" altLang="zh-CN" sz="1600" b="1" dirty="0">
              <a:solidFill>
                <a:schemeClr val="accent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algn="ctr"/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rPr>
              <a:t>Artykzhan Ospan</a:t>
            </a:r>
          </a:p>
          <a:p>
            <a:pPr algn="ctr"/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rPr>
              <a:t> Mahamane Bachir Sadou Mukaila Rafiu</a:t>
            </a:r>
          </a:p>
          <a:p>
            <a:pPr algn="ctr"/>
            <a:endParaRPr lang="en-US" altLang="zh-CN" sz="1600" b="1" dirty="0">
              <a:solidFill>
                <a:schemeClr val="accent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242086" y="5660774"/>
            <a:ext cx="1924705" cy="33718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rPr>
              <a:t>10/19/2026</a:t>
            </a:r>
            <a:endParaRPr lang="en-US" altLang="zh-CN" sz="1600" b="1" i="0" dirty="0">
              <a:solidFill>
                <a:schemeClr val="accent1"/>
              </a:solidFill>
              <a:effectLst/>
              <a:latin typeface="+mj-ea"/>
              <a:ea typeface="+mj-ea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任意多边形: 形状 416"/>
          <p:cNvSpPr/>
          <p:nvPr/>
        </p:nvSpPr>
        <p:spPr>
          <a:xfrm>
            <a:off x="6684899" y="0"/>
            <a:ext cx="5507101" cy="6858000"/>
          </a:xfrm>
          <a:custGeom>
            <a:avLst/>
            <a:gdLst>
              <a:gd name="connsiteX0" fmla="*/ 0 w 5292096"/>
              <a:gd name="connsiteY0" fmla="*/ 0 h 6858000"/>
              <a:gd name="connsiteX1" fmla="*/ 5292096 w 5292096"/>
              <a:gd name="connsiteY1" fmla="*/ 0 h 6858000"/>
              <a:gd name="connsiteX2" fmla="*/ 5292096 w 5292096"/>
              <a:gd name="connsiteY2" fmla="*/ 6858000 h 6858000"/>
              <a:gd name="connsiteX3" fmla="*/ 0 w 529209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6" h="6858000">
                <a:moveTo>
                  <a:pt x="0" y="0"/>
                </a:moveTo>
                <a:lnTo>
                  <a:pt x="5292096" y="0"/>
                </a:lnTo>
                <a:lnTo>
                  <a:pt x="529209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  <a:cs typeface="Open Sans" panose="020B060603050402020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F66FF8C-B02F-61AB-2DB7-2964D9236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360528"/>
              </p:ext>
            </p:extLst>
          </p:nvPr>
        </p:nvGraphicFramePr>
        <p:xfrm>
          <a:off x="7345083" y="2178568"/>
          <a:ext cx="4609849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435" name="直接连接符 434"/>
          <p:cNvCxnSpPr>
            <a:cxnSpLocks/>
          </p:cNvCxnSpPr>
          <p:nvPr/>
        </p:nvCxnSpPr>
        <p:spPr>
          <a:xfrm>
            <a:off x="7460327" y="1872964"/>
            <a:ext cx="1780492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矩形 436"/>
          <p:cNvSpPr/>
          <p:nvPr/>
        </p:nvSpPr>
        <p:spPr>
          <a:xfrm>
            <a:off x="7345084" y="1379761"/>
            <a:ext cx="2992832" cy="348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All 15 language pairs</a:t>
            </a:r>
          </a:p>
        </p:txBody>
      </p:sp>
      <p:sp>
        <p:nvSpPr>
          <p:cNvPr id="446" name="椭圆 445"/>
          <p:cNvSpPr/>
          <p:nvPr/>
        </p:nvSpPr>
        <p:spPr>
          <a:xfrm>
            <a:off x="540315" y="3541141"/>
            <a:ext cx="123977" cy="123977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Open Sans" panose="020B0606030504020204" charset="0"/>
            </a:endParaRPr>
          </a:p>
        </p:txBody>
      </p:sp>
      <p:sp>
        <p:nvSpPr>
          <p:cNvPr id="447" name="矩形 446"/>
          <p:cNvSpPr/>
          <p:nvPr/>
        </p:nvSpPr>
        <p:spPr>
          <a:xfrm>
            <a:off x="653530" y="3410390"/>
            <a:ext cx="5295449" cy="31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cs typeface="Open Sans" panose="020B0606030504020204" charset="0"/>
              </a:rPr>
              <a:t>Predict whether token t+1 switches language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</p:txBody>
      </p:sp>
      <p:sp>
        <p:nvSpPr>
          <p:cNvPr id="450" name="椭圆 449"/>
          <p:cNvSpPr/>
          <p:nvPr/>
        </p:nvSpPr>
        <p:spPr>
          <a:xfrm>
            <a:off x="540313" y="3904373"/>
            <a:ext cx="123977" cy="123977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51" name="矩形 450"/>
          <p:cNvSpPr/>
          <p:nvPr/>
        </p:nvSpPr>
        <p:spPr>
          <a:xfrm>
            <a:off x="653530" y="3810294"/>
            <a:ext cx="4776597" cy="55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cs typeface="Open Sans" panose="020B0606030504020204" charset="0"/>
              </a:rPr>
              <a:t>Use only the utterance prefix up to token t</a:t>
            </a: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</p:txBody>
      </p:sp>
      <p:sp>
        <p:nvSpPr>
          <p:cNvPr id="453" name="椭圆 452"/>
          <p:cNvSpPr/>
          <p:nvPr/>
        </p:nvSpPr>
        <p:spPr>
          <a:xfrm>
            <a:off x="540311" y="4267606"/>
            <a:ext cx="123977" cy="123977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54" name="矩形 453"/>
          <p:cNvSpPr/>
          <p:nvPr/>
        </p:nvSpPr>
        <p:spPr>
          <a:xfrm>
            <a:off x="653530" y="4151570"/>
            <a:ext cx="5179749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cs typeface="Open Sans" panose="020B0606030504020204" charset="0"/>
              </a:rPr>
              <a:t>Predict the duration of the upcoming language segment</a:t>
            </a:r>
          </a:p>
          <a:p>
            <a:pPr lvl="0"/>
            <a:endParaRPr lang="en-US" sz="1200" dirty="0"/>
          </a:p>
        </p:txBody>
      </p:sp>
      <p:cxnSp>
        <p:nvCxnSpPr>
          <p:cNvPr id="427" name="直接连接符 426"/>
          <p:cNvCxnSpPr>
            <a:cxnSpLocks/>
          </p:cNvCxnSpPr>
          <p:nvPr/>
        </p:nvCxnSpPr>
        <p:spPr>
          <a:xfrm>
            <a:off x="540311" y="3179711"/>
            <a:ext cx="2022787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563098" y="124987"/>
            <a:ext cx="1884342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lt"/>
                <a:ea typeface="+mj-ea"/>
                <a:cs typeface="Open Sans" panose="020B0606030504020204" charset="0"/>
              </a:rPr>
              <a:t>Objective</a:t>
            </a:r>
            <a:endParaRPr lang="zh-CN" altLang="en-US" sz="2400" b="1" dirty="0">
              <a:solidFill>
                <a:schemeClr val="accent1"/>
              </a:solidFill>
              <a:latin typeface="+mj-lt"/>
              <a:ea typeface="+mj-ea"/>
              <a:cs typeface="Open Sans" panose="020B0606030504020204" charset="0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574E84CE-F4BD-2A84-ECDD-C3A9281DB9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930873" y="108764"/>
            <a:ext cx="3674105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+mj-lt"/>
                <a:ea typeface="+mj-ea"/>
                <a:cs typeface="Open Sans" panose="020B0606030504020204" charset="0"/>
              </a:rPr>
              <a:t>Language Coverage</a:t>
            </a:r>
            <a:endParaRPr lang="zh-CN" altLang="en-US" sz="2400" b="1" dirty="0">
              <a:solidFill>
                <a:schemeClr val="bg1"/>
              </a:solidFill>
              <a:latin typeface="+mj-lt"/>
              <a:ea typeface="+mj-ea"/>
              <a:cs typeface="Open Sans" panose="020B0606030504020204" charset="0"/>
            </a:endParaRPr>
          </a:p>
        </p:txBody>
      </p:sp>
      <p:sp>
        <p:nvSpPr>
          <p:cNvPr id="19" name="矩形 408">
            <a:extLst>
              <a:ext uri="{FF2B5EF4-FFF2-40B4-BE49-F238E27FC236}">
                <a16:creationId xmlns:a16="http://schemas.microsoft.com/office/drawing/2014/main" id="{FE738549-5F2F-8D3B-30E0-FD2671738A76}"/>
              </a:ext>
            </a:extLst>
          </p:cNvPr>
          <p:cNvSpPr/>
          <p:nvPr/>
        </p:nvSpPr>
        <p:spPr>
          <a:xfrm>
            <a:off x="7462686" y="4818801"/>
            <a:ext cx="43107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b="1" dirty="0">
                <a:solidFill>
                  <a:schemeClr val="bg1"/>
                </a:solidFill>
              </a:rPr>
              <a:t>Goal:</a:t>
            </a:r>
            <a:r>
              <a:rPr lang="en-US" sz="1400" dirty="0">
                <a:solidFill>
                  <a:schemeClr val="bg1"/>
                </a:solidFill>
              </a:rPr>
              <a:t> evaluate whether the same baseline behaves consistently across diverse language pairs.</a:t>
            </a:r>
          </a:p>
        </p:txBody>
      </p:sp>
      <p:sp>
        <p:nvSpPr>
          <p:cNvPr id="22" name="任意多边形: 形状 374">
            <a:extLst>
              <a:ext uri="{FF2B5EF4-FFF2-40B4-BE49-F238E27FC236}">
                <a16:creationId xmlns:a16="http://schemas.microsoft.com/office/drawing/2014/main" id="{59FFC3EC-B392-417D-98D4-383F03992E35}"/>
              </a:ext>
            </a:extLst>
          </p:cNvPr>
          <p:cNvSpPr/>
          <p:nvPr/>
        </p:nvSpPr>
        <p:spPr>
          <a:xfrm>
            <a:off x="7267005" y="4356885"/>
            <a:ext cx="351617" cy="351617"/>
          </a:xfrm>
          <a:custGeom>
            <a:avLst/>
            <a:gdLst>
              <a:gd name="connsiteX0" fmla="*/ 122872 w 495300"/>
              <a:gd name="connsiteY0" fmla="*/ 434340 h 495300"/>
              <a:gd name="connsiteX1" fmla="*/ 121920 w 495300"/>
              <a:gd name="connsiteY1" fmla="*/ 432435 h 495300"/>
              <a:gd name="connsiteX2" fmla="*/ 120968 w 495300"/>
              <a:gd name="connsiteY2" fmla="*/ 431483 h 495300"/>
              <a:gd name="connsiteX3" fmla="*/ 119063 w 495300"/>
              <a:gd name="connsiteY3" fmla="*/ 430530 h 495300"/>
              <a:gd name="connsiteX4" fmla="*/ 117157 w 495300"/>
              <a:gd name="connsiteY4" fmla="*/ 429578 h 495300"/>
              <a:gd name="connsiteX5" fmla="*/ 115253 w 495300"/>
              <a:gd name="connsiteY5" fmla="*/ 428625 h 495300"/>
              <a:gd name="connsiteX6" fmla="*/ 106680 w 495300"/>
              <a:gd name="connsiteY6" fmla="*/ 431483 h 495300"/>
              <a:gd name="connsiteX7" fmla="*/ 103822 w 495300"/>
              <a:gd name="connsiteY7" fmla="*/ 438150 h 495300"/>
              <a:gd name="connsiteX8" fmla="*/ 106680 w 495300"/>
              <a:gd name="connsiteY8" fmla="*/ 444818 h 495300"/>
              <a:gd name="connsiteX9" fmla="*/ 113347 w 495300"/>
              <a:gd name="connsiteY9" fmla="*/ 447675 h 495300"/>
              <a:gd name="connsiteX10" fmla="*/ 115253 w 495300"/>
              <a:gd name="connsiteY10" fmla="*/ 447675 h 495300"/>
              <a:gd name="connsiteX11" fmla="*/ 117157 w 495300"/>
              <a:gd name="connsiteY11" fmla="*/ 446723 h 495300"/>
              <a:gd name="connsiteX12" fmla="*/ 119063 w 495300"/>
              <a:gd name="connsiteY12" fmla="*/ 445770 h 495300"/>
              <a:gd name="connsiteX13" fmla="*/ 120968 w 495300"/>
              <a:gd name="connsiteY13" fmla="*/ 444818 h 495300"/>
              <a:gd name="connsiteX14" fmla="*/ 121920 w 495300"/>
              <a:gd name="connsiteY14" fmla="*/ 443865 h 495300"/>
              <a:gd name="connsiteX15" fmla="*/ 122872 w 495300"/>
              <a:gd name="connsiteY15" fmla="*/ 441960 h 495300"/>
              <a:gd name="connsiteX16" fmla="*/ 123825 w 495300"/>
              <a:gd name="connsiteY16" fmla="*/ 440055 h 495300"/>
              <a:gd name="connsiteX17" fmla="*/ 123825 w 495300"/>
              <a:gd name="connsiteY17" fmla="*/ 438150 h 495300"/>
              <a:gd name="connsiteX18" fmla="*/ 123825 w 495300"/>
              <a:gd name="connsiteY18" fmla="*/ 436245 h 495300"/>
              <a:gd name="connsiteX19" fmla="*/ 122872 w 495300"/>
              <a:gd name="connsiteY19" fmla="*/ 434340 h 495300"/>
              <a:gd name="connsiteX20" fmla="*/ 154305 w 495300"/>
              <a:gd name="connsiteY20" fmla="*/ 319088 h 495300"/>
              <a:gd name="connsiteX21" fmla="*/ 176213 w 495300"/>
              <a:gd name="connsiteY21" fmla="*/ 271463 h 495300"/>
              <a:gd name="connsiteX22" fmla="*/ 114300 w 495300"/>
              <a:gd name="connsiteY22" fmla="*/ 209550 h 495300"/>
              <a:gd name="connsiteX23" fmla="*/ 52388 w 495300"/>
              <a:gd name="connsiteY23" fmla="*/ 271463 h 495300"/>
              <a:gd name="connsiteX24" fmla="*/ 74295 w 495300"/>
              <a:gd name="connsiteY24" fmla="*/ 319088 h 495300"/>
              <a:gd name="connsiteX25" fmla="*/ 0 w 495300"/>
              <a:gd name="connsiteY25" fmla="*/ 400050 h 495300"/>
              <a:gd name="connsiteX26" fmla="*/ 0 w 495300"/>
              <a:gd name="connsiteY26" fmla="*/ 428625 h 495300"/>
              <a:gd name="connsiteX27" fmla="*/ 28575 w 495300"/>
              <a:gd name="connsiteY27" fmla="*/ 457200 h 495300"/>
              <a:gd name="connsiteX28" fmla="*/ 38100 w 495300"/>
              <a:gd name="connsiteY28" fmla="*/ 457200 h 495300"/>
              <a:gd name="connsiteX29" fmla="*/ 38100 w 495300"/>
              <a:gd name="connsiteY29" fmla="*/ 476250 h 495300"/>
              <a:gd name="connsiteX30" fmla="*/ 57150 w 495300"/>
              <a:gd name="connsiteY30" fmla="*/ 495300 h 495300"/>
              <a:gd name="connsiteX31" fmla="*/ 171450 w 495300"/>
              <a:gd name="connsiteY31" fmla="*/ 495300 h 495300"/>
              <a:gd name="connsiteX32" fmla="*/ 190500 w 495300"/>
              <a:gd name="connsiteY32" fmla="*/ 476250 h 495300"/>
              <a:gd name="connsiteX33" fmla="*/ 190500 w 495300"/>
              <a:gd name="connsiteY33" fmla="*/ 457200 h 495300"/>
              <a:gd name="connsiteX34" fmla="*/ 200025 w 495300"/>
              <a:gd name="connsiteY34" fmla="*/ 457200 h 495300"/>
              <a:gd name="connsiteX35" fmla="*/ 228600 w 495300"/>
              <a:gd name="connsiteY35" fmla="*/ 428625 h 495300"/>
              <a:gd name="connsiteX36" fmla="*/ 228600 w 495300"/>
              <a:gd name="connsiteY36" fmla="*/ 400050 h 495300"/>
              <a:gd name="connsiteX37" fmla="*/ 154305 w 495300"/>
              <a:gd name="connsiteY37" fmla="*/ 319088 h 495300"/>
              <a:gd name="connsiteX38" fmla="*/ 71438 w 495300"/>
              <a:gd name="connsiteY38" fmla="*/ 271463 h 495300"/>
              <a:gd name="connsiteX39" fmla="*/ 114300 w 495300"/>
              <a:gd name="connsiteY39" fmla="*/ 228600 h 495300"/>
              <a:gd name="connsiteX40" fmla="*/ 157163 w 495300"/>
              <a:gd name="connsiteY40" fmla="*/ 271463 h 495300"/>
              <a:gd name="connsiteX41" fmla="*/ 114300 w 495300"/>
              <a:gd name="connsiteY41" fmla="*/ 314325 h 495300"/>
              <a:gd name="connsiteX42" fmla="*/ 71438 w 495300"/>
              <a:gd name="connsiteY42" fmla="*/ 271463 h 495300"/>
              <a:gd name="connsiteX43" fmla="*/ 57150 w 495300"/>
              <a:gd name="connsiteY43" fmla="*/ 476250 h 495300"/>
              <a:gd name="connsiteX44" fmla="*/ 57150 w 495300"/>
              <a:gd name="connsiteY44" fmla="*/ 400050 h 495300"/>
              <a:gd name="connsiteX45" fmla="*/ 171450 w 495300"/>
              <a:gd name="connsiteY45" fmla="*/ 400050 h 495300"/>
              <a:gd name="connsiteX46" fmla="*/ 171450 w 495300"/>
              <a:gd name="connsiteY46" fmla="*/ 476250 h 495300"/>
              <a:gd name="connsiteX47" fmla="*/ 57150 w 495300"/>
              <a:gd name="connsiteY47" fmla="*/ 476250 h 495300"/>
              <a:gd name="connsiteX48" fmla="*/ 209550 w 495300"/>
              <a:gd name="connsiteY48" fmla="*/ 428625 h 495300"/>
              <a:gd name="connsiteX49" fmla="*/ 200025 w 495300"/>
              <a:gd name="connsiteY49" fmla="*/ 438150 h 495300"/>
              <a:gd name="connsiteX50" fmla="*/ 190500 w 495300"/>
              <a:gd name="connsiteY50" fmla="*/ 438150 h 495300"/>
              <a:gd name="connsiteX51" fmla="*/ 190500 w 495300"/>
              <a:gd name="connsiteY51" fmla="*/ 400050 h 495300"/>
              <a:gd name="connsiteX52" fmla="*/ 171450 w 495300"/>
              <a:gd name="connsiteY52" fmla="*/ 381000 h 495300"/>
              <a:gd name="connsiteX53" fmla="*/ 57150 w 495300"/>
              <a:gd name="connsiteY53" fmla="*/ 381000 h 495300"/>
              <a:gd name="connsiteX54" fmla="*/ 38100 w 495300"/>
              <a:gd name="connsiteY54" fmla="*/ 400050 h 495300"/>
              <a:gd name="connsiteX55" fmla="*/ 38100 w 495300"/>
              <a:gd name="connsiteY55" fmla="*/ 438150 h 495300"/>
              <a:gd name="connsiteX56" fmla="*/ 28575 w 495300"/>
              <a:gd name="connsiteY56" fmla="*/ 438150 h 495300"/>
              <a:gd name="connsiteX57" fmla="*/ 19050 w 495300"/>
              <a:gd name="connsiteY57" fmla="*/ 428625 h 495300"/>
              <a:gd name="connsiteX58" fmla="*/ 19050 w 495300"/>
              <a:gd name="connsiteY58" fmla="*/ 400050 h 495300"/>
              <a:gd name="connsiteX59" fmla="*/ 114300 w 495300"/>
              <a:gd name="connsiteY59" fmla="*/ 333375 h 495300"/>
              <a:gd name="connsiteX60" fmla="*/ 209550 w 495300"/>
              <a:gd name="connsiteY60" fmla="*/ 400050 h 495300"/>
              <a:gd name="connsiteX61" fmla="*/ 209550 w 495300"/>
              <a:gd name="connsiteY61" fmla="*/ 428625 h 495300"/>
              <a:gd name="connsiteX62" fmla="*/ 428625 w 495300"/>
              <a:gd name="connsiteY62" fmla="*/ 0 h 495300"/>
              <a:gd name="connsiteX63" fmla="*/ 180975 w 495300"/>
              <a:gd name="connsiteY63" fmla="*/ 0 h 495300"/>
              <a:gd name="connsiteX64" fmla="*/ 114300 w 495300"/>
              <a:gd name="connsiteY64" fmla="*/ 66675 h 495300"/>
              <a:gd name="connsiteX65" fmla="*/ 114300 w 495300"/>
              <a:gd name="connsiteY65" fmla="*/ 180975 h 495300"/>
              <a:gd name="connsiteX66" fmla="*/ 123825 w 495300"/>
              <a:gd name="connsiteY66" fmla="*/ 190500 h 495300"/>
              <a:gd name="connsiteX67" fmla="*/ 133350 w 495300"/>
              <a:gd name="connsiteY67" fmla="*/ 180975 h 495300"/>
              <a:gd name="connsiteX68" fmla="*/ 133350 w 495300"/>
              <a:gd name="connsiteY68" fmla="*/ 66675 h 495300"/>
              <a:gd name="connsiteX69" fmla="*/ 180975 w 495300"/>
              <a:gd name="connsiteY69" fmla="*/ 19050 h 495300"/>
              <a:gd name="connsiteX70" fmla="*/ 428625 w 495300"/>
              <a:gd name="connsiteY70" fmla="*/ 19050 h 495300"/>
              <a:gd name="connsiteX71" fmla="*/ 476250 w 495300"/>
              <a:gd name="connsiteY71" fmla="*/ 66675 h 495300"/>
              <a:gd name="connsiteX72" fmla="*/ 476250 w 495300"/>
              <a:gd name="connsiteY72" fmla="*/ 238125 h 495300"/>
              <a:gd name="connsiteX73" fmla="*/ 428625 w 495300"/>
              <a:gd name="connsiteY73" fmla="*/ 285750 h 495300"/>
              <a:gd name="connsiteX74" fmla="*/ 266700 w 495300"/>
              <a:gd name="connsiteY74" fmla="*/ 285750 h 495300"/>
              <a:gd name="connsiteX75" fmla="*/ 260032 w 495300"/>
              <a:gd name="connsiteY75" fmla="*/ 288608 h 495300"/>
              <a:gd name="connsiteX76" fmla="*/ 221932 w 495300"/>
              <a:gd name="connsiteY76" fmla="*/ 326708 h 495300"/>
              <a:gd name="connsiteX77" fmla="*/ 221932 w 495300"/>
              <a:gd name="connsiteY77" fmla="*/ 340043 h 495300"/>
              <a:gd name="connsiteX78" fmla="*/ 228600 w 495300"/>
              <a:gd name="connsiteY78" fmla="*/ 342900 h 495300"/>
              <a:gd name="connsiteX79" fmla="*/ 235268 w 495300"/>
              <a:gd name="connsiteY79" fmla="*/ 340043 h 495300"/>
              <a:gd name="connsiteX80" fmla="*/ 270510 w 495300"/>
              <a:gd name="connsiteY80" fmla="*/ 304800 h 495300"/>
              <a:gd name="connsiteX81" fmla="*/ 428625 w 495300"/>
              <a:gd name="connsiteY81" fmla="*/ 304800 h 495300"/>
              <a:gd name="connsiteX82" fmla="*/ 495300 w 495300"/>
              <a:gd name="connsiteY82" fmla="*/ 238125 h 495300"/>
              <a:gd name="connsiteX83" fmla="*/ 495300 w 495300"/>
              <a:gd name="connsiteY83" fmla="*/ 66675 h 495300"/>
              <a:gd name="connsiteX84" fmla="*/ 428625 w 495300"/>
              <a:gd name="connsiteY84" fmla="*/ 0 h 495300"/>
              <a:gd name="connsiteX85" fmla="*/ 247650 w 495300"/>
              <a:gd name="connsiteY85" fmla="*/ 152400 h 495300"/>
              <a:gd name="connsiteX86" fmla="*/ 228600 w 495300"/>
              <a:gd name="connsiteY86" fmla="*/ 133350 h 495300"/>
              <a:gd name="connsiteX87" fmla="*/ 209550 w 495300"/>
              <a:gd name="connsiteY87" fmla="*/ 152400 h 495300"/>
              <a:gd name="connsiteX88" fmla="*/ 228600 w 495300"/>
              <a:gd name="connsiteY88" fmla="*/ 171450 h 495300"/>
              <a:gd name="connsiteX89" fmla="*/ 247650 w 495300"/>
              <a:gd name="connsiteY89" fmla="*/ 152400 h 495300"/>
              <a:gd name="connsiteX90" fmla="*/ 323850 w 495300"/>
              <a:gd name="connsiteY90" fmla="*/ 152400 h 495300"/>
              <a:gd name="connsiteX91" fmla="*/ 304800 w 495300"/>
              <a:gd name="connsiteY91" fmla="*/ 133350 h 495300"/>
              <a:gd name="connsiteX92" fmla="*/ 285750 w 495300"/>
              <a:gd name="connsiteY92" fmla="*/ 152400 h 495300"/>
              <a:gd name="connsiteX93" fmla="*/ 304800 w 495300"/>
              <a:gd name="connsiteY93" fmla="*/ 171450 h 495300"/>
              <a:gd name="connsiteX94" fmla="*/ 323850 w 495300"/>
              <a:gd name="connsiteY94" fmla="*/ 152400 h 495300"/>
              <a:gd name="connsiteX95" fmla="*/ 400050 w 495300"/>
              <a:gd name="connsiteY95" fmla="*/ 152400 h 495300"/>
              <a:gd name="connsiteX96" fmla="*/ 381000 w 495300"/>
              <a:gd name="connsiteY96" fmla="*/ 133350 h 495300"/>
              <a:gd name="connsiteX97" fmla="*/ 361950 w 495300"/>
              <a:gd name="connsiteY97" fmla="*/ 152400 h 495300"/>
              <a:gd name="connsiteX98" fmla="*/ 381000 w 495300"/>
              <a:gd name="connsiteY98" fmla="*/ 171450 h 495300"/>
              <a:gd name="connsiteX99" fmla="*/ 400050 w 495300"/>
              <a:gd name="connsiteY99" fmla="*/ 1524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95300" h="495300">
                <a:moveTo>
                  <a:pt x="122872" y="434340"/>
                </a:moveTo>
                <a:cubicBezTo>
                  <a:pt x="122872" y="433388"/>
                  <a:pt x="122872" y="433388"/>
                  <a:pt x="121920" y="432435"/>
                </a:cubicBezTo>
                <a:cubicBezTo>
                  <a:pt x="121920" y="431483"/>
                  <a:pt x="120968" y="431483"/>
                  <a:pt x="120968" y="431483"/>
                </a:cubicBezTo>
                <a:cubicBezTo>
                  <a:pt x="120968" y="431483"/>
                  <a:pt x="120015" y="430530"/>
                  <a:pt x="119063" y="430530"/>
                </a:cubicBezTo>
                <a:cubicBezTo>
                  <a:pt x="118110" y="430530"/>
                  <a:pt x="118110" y="429578"/>
                  <a:pt x="117157" y="429578"/>
                </a:cubicBezTo>
                <a:cubicBezTo>
                  <a:pt x="116205" y="429578"/>
                  <a:pt x="116205" y="429578"/>
                  <a:pt x="115253" y="428625"/>
                </a:cubicBezTo>
                <a:cubicBezTo>
                  <a:pt x="112395" y="427673"/>
                  <a:pt x="108585" y="428625"/>
                  <a:pt x="106680" y="431483"/>
                </a:cubicBezTo>
                <a:cubicBezTo>
                  <a:pt x="104775" y="433388"/>
                  <a:pt x="103822" y="435293"/>
                  <a:pt x="103822" y="438150"/>
                </a:cubicBezTo>
                <a:cubicBezTo>
                  <a:pt x="103822" y="441008"/>
                  <a:pt x="104775" y="442913"/>
                  <a:pt x="106680" y="444818"/>
                </a:cubicBezTo>
                <a:cubicBezTo>
                  <a:pt x="108585" y="446723"/>
                  <a:pt x="111443" y="447675"/>
                  <a:pt x="113347" y="447675"/>
                </a:cubicBezTo>
                <a:cubicBezTo>
                  <a:pt x="114300" y="447675"/>
                  <a:pt x="114300" y="447675"/>
                  <a:pt x="115253" y="447675"/>
                </a:cubicBezTo>
                <a:cubicBezTo>
                  <a:pt x="116205" y="447675"/>
                  <a:pt x="116205" y="447675"/>
                  <a:pt x="117157" y="446723"/>
                </a:cubicBezTo>
                <a:cubicBezTo>
                  <a:pt x="118110" y="446723"/>
                  <a:pt x="118110" y="445770"/>
                  <a:pt x="119063" y="445770"/>
                </a:cubicBezTo>
                <a:cubicBezTo>
                  <a:pt x="119063" y="445770"/>
                  <a:pt x="120015" y="444818"/>
                  <a:pt x="120968" y="444818"/>
                </a:cubicBezTo>
                <a:cubicBezTo>
                  <a:pt x="120968" y="443865"/>
                  <a:pt x="121920" y="443865"/>
                  <a:pt x="121920" y="443865"/>
                </a:cubicBezTo>
                <a:cubicBezTo>
                  <a:pt x="121920" y="442913"/>
                  <a:pt x="122872" y="442913"/>
                  <a:pt x="122872" y="441960"/>
                </a:cubicBezTo>
                <a:cubicBezTo>
                  <a:pt x="122872" y="441008"/>
                  <a:pt x="122872" y="441008"/>
                  <a:pt x="123825" y="440055"/>
                </a:cubicBezTo>
                <a:cubicBezTo>
                  <a:pt x="123825" y="439103"/>
                  <a:pt x="123825" y="439103"/>
                  <a:pt x="123825" y="438150"/>
                </a:cubicBezTo>
                <a:cubicBezTo>
                  <a:pt x="123825" y="437198"/>
                  <a:pt x="123825" y="437198"/>
                  <a:pt x="123825" y="436245"/>
                </a:cubicBezTo>
                <a:cubicBezTo>
                  <a:pt x="123825" y="435293"/>
                  <a:pt x="123825" y="435293"/>
                  <a:pt x="122872" y="434340"/>
                </a:cubicBezTo>
                <a:close/>
                <a:moveTo>
                  <a:pt x="154305" y="319088"/>
                </a:moveTo>
                <a:cubicBezTo>
                  <a:pt x="167640" y="307658"/>
                  <a:pt x="176213" y="290513"/>
                  <a:pt x="176213" y="271463"/>
                </a:cubicBezTo>
                <a:cubicBezTo>
                  <a:pt x="176213" y="237173"/>
                  <a:pt x="148590" y="209550"/>
                  <a:pt x="114300" y="209550"/>
                </a:cubicBezTo>
                <a:cubicBezTo>
                  <a:pt x="80010" y="209550"/>
                  <a:pt x="52388" y="237173"/>
                  <a:pt x="52388" y="271463"/>
                </a:cubicBezTo>
                <a:cubicBezTo>
                  <a:pt x="52388" y="290513"/>
                  <a:pt x="60960" y="307658"/>
                  <a:pt x="74295" y="319088"/>
                </a:cubicBezTo>
                <a:cubicBezTo>
                  <a:pt x="28575" y="330518"/>
                  <a:pt x="0" y="360045"/>
                  <a:pt x="0" y="400050"/>
                </a:cubicBezTo>
                <a:lnTo>
                  <a:pt x="0" y="428625"/>
                </a:lnTo>
                <a:cubicBezTo>
                  <a:pt x="0" y="444818"/>
                  <a:pt x="12382" y="457200"/>
                  <a:pt x="28575" y="457200"/>
                </a:cubicBezTo>
                <a:lnTo>
                  <a:pt x="38100" y="457200"/>
                </a:lnTo>
                <a:lnTo>
                  <a:pt x="38100" y="476250"/>
                </a:lnTo>
                <a:cubicBezTo>
                  <a:pt x="38100" y="486728"/>
                  <a:pt x="46672" y="495300"/>
                  <a:pt x="57150" y="495300"/>
                </a:cubicBezTo>
                <a:lnTo>
                  <a:pt x="171450" y="495300"/>
                </a:lnTo>
                <a:cubicBezTo>
                  <a:pt x="181928" y="495300"/>
                  <a:pt x="190500" y="486728"/>
                  <a:pt x="190500" y="476250"/>
                </a:cubicBezTo>
                <a:lnTo>
                  <a:pt x="190500" y="457200"/>
                </a:lnTo>
                <a:lnTo>
                  <a:pt x="200025" y="457200"/>
                </a:lnTo>
                <a:cubicBezTo>
                  <a:pt x="216218" y="457200"/>
                  <a:pt x="228600" y="444818"/>
                  <a:pt x="228600" y="428625"/>
                </a:cubicBezTo>
                <a:lnTo>
                  <a:pt x="228600" y="400050"/>
                </a:lnTo>
                <a:cubicBezTo>
                  <a:pt x="228600" y="360045"/>
                  <a:pt x="199072" y="329565"/>
                  <a:pt x="154305" y="319088"/>
                </a:cubicBezTo>
                <a:close/>
                <a:moveTo>
                  <a:pt x="71438" y="271463"/>
                </a:moveTo>
                <a:cubicBezTo>
                  <a:pt x="71438" y="247650"/>
                  <a:pt x="90488" y="228600"/>
                  <a:pt x="114300" y="228600"/>
                </a:cubicBezTo>
                <a:cubicBezTo>
                  <a:pt x="138113" y="228600"/>
                  <a:pt x="157163" y="247650"/>
                  <a:pt x="157163" y="271463"/>
                </a:cubicBezTo>
                <a:cubicBezTo>
                  <a:pt x="157163" y="295275"/>
                  <a:pt x="138113" y="314325"/>
                  <a:pt x="114300" y="314325"/>
                </a:cubicBezTo>
                <a:cubicBezTo>
                  <a:pt x="90488" y="314325"/>
                  <a:pt x="71438" y="295275"/>
                  <a:pt x="71438" y="271463"/>
                </a:cubicBezTo>
                <a:close/>
                <a:moveTo>
                  <a:pt x="57150" y="476250"/>
                </a:moveTo>
                <a:lnTo>
                  <a:pt x="57150" y="400050"/>
                </a:lnTo>
                <a:lnTo>
                  <a:pt x="171450" y="400050"/>
                </a:lnTo>
                <a:lnTo>
                  <a:pt x="171450" y="476250"/>
                </a:lnTo>
                <a:lnTo>
                  <a:pt x="57150" y="476250"/>
                </a:lnTo>
                <a:close/>
                <a:moveTo>
                  <a:pt x="209550" y="428625"/>
                </a:moveTo>
                <a:cubicBezTo>
                  <a:pt x="209550" y="434340"/>
                  <a:pt x="205740" y="438150"/>
                  <a:pt x="200025" y="438150"/>
                </a:cubicBezTo>
                <a:lnTo>
                  <a:pt x="190500" y="438150"/>
                </a:lnTo>
                <a:lnTo>
                  <a:pt x="190500" y="400050"/>
                </a:lnTo>
                <a:cubicBezTo>
                  <a:pt x="190500" y="389573"/>
                  <a:pt x="181928" y="381000"/>
                  <a:pt x="171450" y="381000"/>
                </a:cubicBezTo>
                <a:lnTo>
                  <a:pt x="57150" y="381000"/>
                </a:lnTo>
                <a:cubicBezTo>
                  <a:pt x="46672" y="381000"/>
                  <a:pt x="38100" y="389573"/>
                  <a:pt x="38100" y="400050"/>
                </a:cubicBezTo>
                <a:lnTo>
                  <a:pt x="38100" y="438150"/>
                </a:lnTo>
                <a:lnTo>
                  <a:pt x="28575" y="438150"/>
                </a:lnTo>
                <a:cubicBezTo>
                  <a:pt x="22860" y="438150"/>
                  <a:pt x="19050" y="434340"/>
                  <a:pt x="19050" y="428625"/>
                </a:cubicBezTo>
                <a:lnTo>
                  <a:pt x="19050" y="400050"/>
                </a:lnTo>
                <a:cubicBezTo>
                  <a:pt x="19050" y="360998"/>
                  <a:pt x="58103" y="333375"/>
                  <a:pt x="114300" y="333375"/>
                </a:cubicBezTo>
                <a:cubicBezTo>
                  <a:pt x="170497" y="333375"/>
                  <a:pt x="209550" y="360998"/>
                  <a:pt x="209550" y="400050"/>
                </a:cubicBezTo>
                <a:lnTo>
                  <a:pt x="209550" y="428625"/>
                </a:lnTo>
                <a:close/>
                <a:moveTo>
                  <a:pt x="428625" y="0"/>
                </a:moveTo>
                <a:lnTo>
                  <a:pt x="180975" y="0"/>
                </a:lnTo>
                <a:cubicBezTo>
                  <a:pt x="143828" y="0"/>
                  <a:pt x="114300" y="29528"/>
                  <a:pt x="114300" y="66675"/>
                </a:cubicBezTo>
                <a:lnTo>
                  <a:pt x="114300" y="180975"/>
                </a:lnTo>
                <a:cubicBezTo>
                  <a:pt x="114300" y="186690"/>
                  <a:pt x="118110" y="190500"/>
                  <a:pt x="123825" y="190500"/>
                </a:cubicBezTo>
                <a:cubicBezTo>
                  <a:pt x="129540" y="190500"/>
                  <a:pt x="133350" y="186690"/>
                  <a:pt x="133350" y="180975"/>
                </a:cubicBezTo>
                <a:lnTo>
                  <a:pt x="133350" y="66675"/>
                </a:lnTo>
                <a:cubicBezTo>
                  <a:pt x="133350" y="40005"/>
                  <a:pt x="154305" y="19050"/>
                  <a:pt x="180975" y="19050"/>
                </a:cubicBezTo>
                <a:lnTo>
                  <a:pt x="428625" y="19050"/>
                </a:lnTo>
                <a:cubicBezTo>
                  <a:pt x="455295" y="19050"/>
                  <a:pt x="476250" y="40005"/>
                  <a:pt x="476250" y="66675"/>
                </a:cubicBezTo>
                <a:lnTo>
                  <a:pt x="476250" y="238125"/>
                </a:lnTo>
                <a:cubicBezTo>
                  <a:pt x="476250" y="264795"/>
                  <a:pt x="455295" y="285750"/>
                  <a:pt x="428625" y="285750"/>
                </a:cubicBezTo>
                <a:lnTo>
                  <a:pt x="266700" y="285750"/>
                </a:lnTo>
                <a:cubicBezTo>
                  <a:pt x="263843" y="285750"/>
                  <a:pt x="261938" y="286703"/>
                  <a:pt x="260032" y="288608"/>
                </a:cubicBezTo>
                <a:lnTo>
                  <a:pt x="221932" y="326708"/>
                </a:lnTo>
                <a:cubicBezTo>
                  <a:pt x="218122" y="330518"/>
                  <a:pt x="218122" y="336233"/>
                  <a:pt x="221932" y="340043"/>
                </a:cubicBezTo>
                <a:cubicBezTo>
                  <a:pt x="223838" y="341948"/>
                  <a:pt x="226695" y="342900"/>
                  <a:pt x="228600" y="342900"/>
                </a:cubicBezTo>
                <a:cubicBezTo>
                  <a:pt x="231457" y="342900"/>
                  <a:pt x="233363" y="341948"/>
                  <a:pt x="235268" y="340043"/>
                </a:cubicBezTo>
                <a:lnTo>
                  <a:pt x="270510" y="304800"/>
                </a:lnTo>
                <a:lnTo>
                  <a:pt x="428625" y="304800"/>
                </a:lnTo>
                <a:cubicBezTo>
                  <a:pt x="465772" y="304800"/>
                  <a:pt x="495300" y="275273"/>
                  <a:pt x="495300" y="238125"/>
                </a:cubicBezTo>
                <a:lnTo>
                  <a:pt x="495300" y="66675"/>
                </a:lnTo>
                <a:cubicBezTo>
                  <a:pt x="495300" y="29528"/>
                  <a:pt x="465772" y="0"/>
                  <a:pt x="428625" y="0"/>
                </a:cubicBezTo>
                <a:close/>
                <a:moveTo>
                  <a:pt x="247650" y="152400"/>
                </a:moveTo>
                <a:cubicBezTo>
                  <a:pt x="247650" y="141923"/>
                  <a:pt x="239078" y="133350"/>
                  <a:pt x="228600" y="133350"/>
                </a:cubicBezTo>
                <a:cubicBezTo>
                  <a:pt x="218122" y="133350"/>
                  <a:pt x="209550" y="141923"/>
                  <a:pt x="209550" y="152400"/>
                </a:cubicBezTo>
                <a:cubicBezTo>
                  <a:pt x="209550" y="162878"/>
                  <a:pt x="218122" y="171450"/>
                  <a:pt x="228600" y="171450"/>
                </a:cubicBezTo>
                <a:cubicBezTo>
                  <a:pt x="239078" y="171450"/>
                  <a:pt x="247650" y="162878"/>
                  <a:pt x="247650" y="152400"/>
                </a:cubicBezTo>
                <a:close/>
                <a:moveTo>
                  <a:pt x="323850" y="152400"/>
                </a:moveTo>
                <a:cubicBezTo>
                  <a:pt x="323850" y="141923"/>
                  <a:pt x="315278" y="133350"/>
                  <a:pt x="304800" y="133350"/>
                </a:cubicBezTo>
                <a:cubicBezTo>
                  <a:pt x="294322" y="133350"/>
                  <a:pt x="285750" y="141923"/>
                  <a:pt x="285750" y="152400"/>
                </a:cubicBezTo>
                <a:cubicBezTo>
                  <a:pt x="285750" y="162878"/>
                  <a:pt x="294322" y="171450"/>
                  <a:pt x="304800" y="171450"/>
                </a:cubicBezTo>
                <a:cubicBezTo>
                  <a:pt x="315278" y="171450"/>
                  <a:pt x="323850" y="162878"/>
                  <a:pt x="323850" y="152400"/>
                </a:cubicBezTo>
                <a:close/>
                <a:moveTo>
                  <a:pt x="400050" y="152400"/>
                </a:moveTo>
                <a:cubicBezTo>
                  <a:pt x="400050" y="141923"/>
                  <a:pt x="391478" y="133350"/>
                  <a:pt x="381000" y="133350"/>
                </a:cubicBezTo>
                <a:cubicBezTo>
                  <a:pt x="370522" y="133350"/>
                  <a:pt x="361950" y="141923"/>
                  <a:pt x="361950" y="152400"/>
                </a:cubicBezTo>
                <a:cubicBezTo>
                  <a:pt x="361950" y="162878"/>
                  <a:pt x="370522" y="171450"/>
                  <a:pt x="381000" y="171450"/>
                </a:cubicBezTo>
                <a:cubicBezTo>
                  <a:pt x="391478" y="171450"/>
                  <a:pt x="400050" y="162878"/>
                  <a:pt x="400050" y="1524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4" name="文本框 20">
            <a:extLst>
              <a:ext uri="{FF2B5EF4-FFF2-40B4-BE49-F238E27FC236}">
                <a16:creationId xmlns:a16="http://schemas.microsoft.com/office/drawing/2014/main" id="{9E9C4686-776C-3B6F-2920-8C441DAD8426}"/>
              </a:ext>
            </a:extLst>
          </p:cNvPr>
          <p:cNvSpPr txBox="1"/>
          <p:nvPr/>
        </p:nvSpPr>
        <p:spPr>
          <a:xfrm>
            <a:off x="438412" y="2710496"/>
            <a:ext cx="3570306" cy="338554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sz="1600" dirty="0"/>
              <a:t>Prefix-only code-switch prediction</a:t>
            </a:r>
            <a:endParaRPr lang="zh-CN" altLang="en-US" sz="1600" dirty="0">
              <a:solidFill>
                <a:schemeClr val="tx2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4" name="椭圆 452">
            <a:extLst>
              <a:ext uri="{FF2B5EF4-FFF2-40B4-BE49-F238E27FC236}">
                <a16:creationId xmlns:a16="http://schemas.microsoft.com/office/drawing/2014/main" id="{5C4E4D74-0F68-118A-8354-35C652DAC6A7}"/>
              </a:ext>
            </a:extLst>
          </p:cNvPr>
          <p:cNvSpPr/>
          <p:nvPr/>
        </p:nvSpPr>
        <p:spPr>
          <a:xfrm>
            <a:off x="545954" y="4611919"/>
            <a:ext cx="123977" cy="123977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6" name="矩形 453">
            <a:extLst>
              <a:ext uri="{FF2B5EF4-FFF2-40B4-BE49-F238E27FC236}">
                <a16:creationId xmlns:a16="http://schemas.microsoft.com/office/drawing/2014/main" id="{EF25B2FA-2763-87BD-14AB-92B75BF3A8B4}"/>
              </a:ext>
            </a:extLst>
          </p:cNvPr>
          <p:cNvSpPr/>
          <p:nvPr/>
        </p:nvSpPr>
        <p:spPr>
          <a:xfrm>
            <a:off x="648256" y="4551888"/>
            <a:ext cx="51797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Simulates real-time bilingual text prediction</a:t>
            </a:r>
          </a:p>
          <a:p>
            <a:pPr lvl="0"/>
            <a:endParaRPr lang="en-US" sz="1200" dirty="0"/>
          </a:p>
        </p:txBody>
      </p:sp>
      <p:sp>
        <p:nvSpPr>
          <p:cNvPr id="8" name="矩形 408">
            <a:extLst>
              <a:ext uri="{FF2B5EF4-FFF2-40B4-BE49-F238E27FC236}">
                <a16:creationId xmlns:a16="http://schemas.microsoft.com/office/drawing/2014/main" id="{0BFAECE5-B367-577F-7740-7BDE6F17F736}"/>
              </a:ext>
            </a:extLst>
          </p:cNvPr>
          <p:cNvSpPr/>
          <p:nvPr/>
        </p:nvSpPr>
        <p:spPr>
          <a:xfrm>
            <a:off x="7442814" y="3394034"/>
            <a:ext cx="4310774" cy="790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Covers 7 writing systems and 975k sentences. Language IDs come from script rules, word frequencies and context.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图片 425" descr="图片包含 游戏机, 自然&#10;&#10;描述已自动生成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78" t="26474" r="26159" b="20118"/>
          <a:stretch>
            <a:fillRect/>
          </a:stretch>
        </p:blipFill>
        <p:spPr>
          <a:xfrm flipH="1" flipV="1"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1219200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428" name="任意多边形: 形状 427"/>
          <p:cNvSpPr/>
          <p:nvPr/>
        </p:nvSpPr>
        <p:spPr>
          <a:xfrm>
            <a:off x="0" y="4561486"/>
            <a:ext cx="12192000" cy="2296514"/>
          </a:xfrm>
          <a:custGeom>
            <a:avLst/>
            <a:gdLst>
              <a:gd name="connsiteX0" fmla="*/ 0 w 12192000"/>
              <a:gd name="connsiteY0" fmla="*/ 0 h 2296514"/>
              <a:gd name="connsiteX1" fmla="*/ 12192000 w 12192000"/>
              <a:gd name="connsiteY1" fmla="*/ 0 h 2296514"/>
              <a:gd name="connsiteX2" fmla="*/ 12192000 w 12192000"/>
              <a:gd name="connsiteY2" fmla="*/ 2296514 h 2296514"/>
              <a:gd name="connsiteX3" fmla="*/ 0 w 12192000"/>
              <a:gd name="connsiteY3" fmla="*/ 2296514 h 229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296514">
                <a:moveTo>
                  <a:pt x="0" y="0"/>
                </a:moveTo>
                <a:lnTo>
                  <a:pt x="12192000" y="0"/>
                </a:lnTo>
                <a:lnTo>
                  <a:pt x="12192000" y="2296514"/>
                </a:lnTo>
                <a:lnTo>
                  <a:pt x="0" y="2296514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30" name="矩形 429"/>
          <p:cNvSpPr/>
          <p:nvPr/>
        </p:nvSpPr>
        <p:spPr>
          <a:xfrm>
            <a:off x="1219201" y="1621870"/>
            <a:ext cx="9753600" cy="4596490"/>
          </a:xfrm>
          <a:prstGeom prst="rect">
            <a:avLst/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29" name="矩形 428"/>
          <p:cNvSpPr/>
          <p:nvPr/>
        </p:nvSpPr>
        <p:spPr>
          <a:xfrm>
            <a:off x="1077145" y="874800"/>
            <a:ext cx="10037711" cy="5149324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177800" dist="88900" dir="12000000" algn="t" rotWithShape="0">
              <a:srgbClr val="014EFE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Open Sans" panose="020B0606030504020204" charset="0"/>
            </a:endParaRPr>
          </a:p>
        </p:txBody>
      </p:sp>
      <p:grpSp>
        <p:nvGrpSpPr>
          <p:cNvPr id="431" name="组合 430"/>
          <p:cNvGrpSpPr/>
          <p:nvPr/>
        </p:nvGrpSpPr>
        <p:grpSpPr>
          <a:xfrm>
            <a:off x="1679387" y="1245062"/>
            <a:ext cx="8833225" cy="772148"/>
            <a:chOff x="1621481" y="1885386"/>
            <a:chExt cx="8833225" cy="772148"/>
          </a:xfrm>
        </p:grpSpPr>
        <p:sp>
          <p:nvSpPr>
            <p:cNvPr id="409" name="矩形 408"/>
            <p:cNvSpPr/>
            <p:nvPr/>
          </p:nvSpPr>
          <p:spPr>
            <a:xfrm>
              <a:off x="4549694" y="1885386"/>
              <a:ext cx="3418403" cy="4124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2000" dirty="0">
                  <a:solidFill>
                    <a:schemeClr val="tx2"/>
                  </a:solidFill>
                  <a:latin typeface="+mj-ea"/>
                  <a:ea typeface="+mj-ea"/>
                  <a:cs typeface="Open Sans" panose="020B0606030504020204" charset="0"/>
                </a:rPr>
                <a:t>Data Engineering Pipeline</a:t>
              </a:r>
            </a:p>
          </p:txBody>
        </p:sp>
        <p:sp>
          <p:nvSpPr>
            <p:cNvPr id="410" name="矩形 409"/>
            <p:cNvSpPr/>
            <p:nvPr/>
          </p:nvSpPr>
          <p:spPr>
            <a:xfrm>
              <a:off x="1621481" y="2380535"/>
              <a:ext cx="883322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From raw conversations to streaming prediction targets</a:t>
              </a:r>
              <a:endPara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35" name="组合 434"/>
          <p:cNvGrpSpPr/>
          <p:nvPr/>
        </p:nvGrpSpPr>
        <p:grpSpPr>
          <a:xfrm>
            <a:off x="1376779" y="2738589"/>
            <a:ext cx="1837841" cy="1062689"/>
            <a:chOff x="1779224" y="3492306"/>
            <a:chExt cx="1837841" cy="1062689"/>
          </a:xfrm>
        </p:grpSpPr>
        <p:sp>
          <p:nvSpPr>
            <p:cNvPr id="3" name="矩形 2"/>
            <p:cNvSpPr/>
            <p:nvPr/>
          </p:nvSpPr>
          <p:spPr>
            <a:xfrm>
              <a:off x="1859946" y="3492306"/>
              <a:ext cx="16748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Open Sans" panose="020B0606030504020204" charset="0"/>
                </a:rPr>
                <a:t>SwitchLingua</a:t>
              </a:r>
            </a:p>
          </p:txBody>
        </p:sp>
        <p:sp>
          <p:nvSpPr>
            <p:cNvPr id="434" name="矩形 433"/>
            <p:cNvSpPr/>
            <p:nvPr/>
          </p:nvSpPr>
          <p:spPr>
            <a:xfrm>
              <a:off x="1779224" y="4002793"/>
              <a:ext cx="1837841" cy="552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cs typeface="Open Sans" panose="020B0606030504020204" charset="0"/>
                </a:rPr>
                <a:t>234,172 total rows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cs typeface="Open Sans" panose="020B0606030504020204" charset="0"/>
                </a:rPr>
                <a:t>15 language pairs</a:t>
              </a:r>
              <a:endPara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cs typeface="Open Sans" panose="020B0606030504020204" charset="0"/>
              </a:endParaRPr>
            </a:p>
          </p:txBody>
        </p:sp>
      </p:grpSp>
      <p:grpSp>
        <p:nvGrpSpPr>
          <p:cNvPr id="439" name="组合 438"/>
          <p:cNvGrpSpPr/>
          <p:nvPr/>
        </p:nvGrpSpPr>
        <p:grpSpPr>
          <a:xfrm>
            <a:off x="3732070" y="2664320"/>
            <a:ext cx="1919355" cy="1608926"/>
            <a:chOff x="1690880" y="3583167"/>
            <a:chExt cx="1919355" cy="1608926"/>
          </a:xfrm>
        </p:grpSpPr>
        <p:sp>
          <p:nvSpPr>
            <p:cNvPr id="440" name="矩形 439"/>
            <p:cNvSpPr/>
            <p:nvPr/>
          </p:nvSpPr>
          <p:spPr>
            <a:xfrm>
              <a:off x="1690880" y="3583167"/>
              <a:ext cx="18378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Open Sans" panose="020B0606030504020204" charset="0"/>
                </a:rPr>
                <a:t>Conversation Parsing</a:t>
              </a:r>
            </a:p>
          </p:txBody>
        </p:sp>
        <p:sp>
          <p:nvSpPr>
            <p:cNvPr id="441" name="矩形 440"/>
            <p:cNvSpPr/>
            <p:nvPr/>
          </p:nvSpPr>
          <p:spPr>
            <a:xfrm>
              <a:off x="1772394" y="4176430"/>
              <a:ext cx="183784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974,994 sentences</a:t>
              </a:r>
            </a:p>
            <a:p>
              <a:pPr algn="ctr"/>
              <a:endPara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Parsed generated conversations into individual text samples</a:t>
              </a:r>
            </a:p>
          </p:txBody>
        </p:sp>
      </p:grpSp>
      <p:grpSp>
        <p:nvGrpSpPr>
          <p:cNvPr id="442" name="组合 441"/>
          <p:cNvGrpSpPr/>
          <p:nvPr/>
        </p:nvGrpSpPr>
        <p:grpSpPr>
          <a:xfrm>
            <a:off x="6392757" y="2650976"/>
            <a:ext cx="1837841" cy="1832785"/>
            <a:chOff x="1721501" y="3580218"/>
            <a:chExt cx="1837841" cy="1832785"/>
          </a:xfrm>
        </p:grpSpPr>
        <p:sp>
          <p:nvSpPr>
            <p:cNvPr id="443" name="矩形 442"/>
            <p:cNvSpPr/>
            <p:nvPr/>
          </p:nvSpPr>
          <p:spPr>
            <a:xfrm>
              <a:off x="1721501" y="4140603"/>
              <a:ext cx="1837841" cy="12724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cs typeface="Open Sans" panose="020B0606030504020204" charset="0"/>
                </a:rPr>
                <a:t>One token per word or Chinese character</a:t>
              </a:r>
            </a:p>
            <a:p>
              <a:pPr algn="ctr">
                <a:lnSpc>
                  <a:spcPct val="130000"/>
                </a:lnSpc>
              </a:pPr>
              <a:endPara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cs typeface="Open Sans" panose="020B0606030504020204" charset="0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cs typeface="Open Sans" panose="020B0606030504020204" charset="0"/>
                </a:rPr>
                <a:t>Punctuation is context, </a:t>
              </a:r>
              <a:r>
                <a:rPr lang="en-US" altLang="zh-CN" sz="1200" b="1" dirty="0">
                  <a:solidFill>
                    <a:schemeClr val="tx2">
                      <a:lumMod val="60000"/>
                      <a:lumOff val="40000"/>
                    </a:schemeClr>
                  </a:solidFill>
                  <a:cs typeface="Open Sans" panose="020B0606030504020204" charset="0"/>
                </a:rPr>
                <a:t>not a token</a:t>
              </a:r>
            </a:p>
          </p:txBody>
        </p:sp>
        <p:sp>
          <p:nvSpPr>
            <p:cNvPr id="445" name="矩形 444"/>
            <p:cNvSpPr/>
            <p:nvPr/>
          </p:nvSpPr>
          <p:spPr>
            <a:xfrm>
              <a:off x="1818935" y="3580218"/>
              <a:ext cx="16748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Open Sans" panose="020B0606030504020204" charset="0"/>
                </a:rPr>
                <a:t>Script-aware Tokenization</a:t>
              </a:r>
              <a:endPara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</p:grpSp>
      <p:grpSp>
        <p:nvGrpSpPr>
          <p:cNvPr id="449" name="组合 448"/>
          <p:cNvGrpSpPr/>
          <p:nvPr/>
        </p:nvGrpSpPr>
        <p:grpSpPr>
          <a:xfrm>
            <a:off x="8584906" y="2664320"/>
            <a:ext cx="2387893" cy="1253641"/>
            <a:chOff x="1559379" y="3661859"/>
            <a:chExt cx="2387893" cy="1253641"/>
          </a:xfrm>
        </p:grpSpPr>
        <p:sp>
          <p:nvSpPr>
            <p:cNvPr id="450" name="矩形 449"/>
            <p:cNvSpPr/>
            <p:nvPr/>
          </p:nvSpPr>
          <p:spPr>
            <a:xfrm>
              <a:off x="1847078" y="3661859"/>
              <a:ext cx="16748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Open Sans" panose="020B0606030504020204" charset="0"/>
                </a:rPr>
                <a:t>Language ID Mapping</a:t>
              </a:r>
              <a:endParaRPr lang="en-US" altLang="zh-CN" sz="2000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451" name="矩形 450"/>
            <p:cNvSpPr/>
            <p:nvPr/>
          </p:nvSpPr>
          <p:spPr>
            <a:xfrm>
              <a:off x="1559379" y="4269169"/>
              <a:ext cx="238789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Script, frequency, context</a:t>
              </a:r>
            </a:p>
            <a:p>
              <a:pPr lvl="0" algn="ctr"/>
              <a:endPara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  <a:p>
              <a:pPr lvl="0" algn="ctr"/>
              <a:r>
                <a:rPr lang="en-US" sz="12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Generate y_sw and y_dur</a:t>
              </a:r>
            </a:p>
          </p:txBody>
        </p:sp>
      </p:grpSp>
      <p:cxnSp>
        <p:nvCxnSpPr>
          <p:cNvPr id="453" name="直接连接符 452"/>
          <p:cNvCxnSpPr>
            <a:cxnSpLocks/>
          </p:cNvCxnSpPr>
          <p:nvPr/>
        </p:nvCxnSpPr>
        <p:spPr>
          <a:xfrm>
            <a:off x="5722121" y="2367459"/>
            <a:ext cx="7622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433">
            <a:extLst>
              <a:ext uri="{FF2B5EF4-FFF2-40B4-BE49-F238E27FC236}">
                <a16:creationId xmlns:a16="http://schemas.microsoft.com/office/drawing/2014/main" id="{FFF24EFF-EA19-6805-6EC3-1B1F7F364FB3}"/>
              </a:ext>
            </a:extLst>
          </p:cNvPr>
          <p:cNvSpPr/>
          <p:nvPr/>
        </p:nvSpPr>
        <p:spPr>
          <a:xfrm>
            <a:off x="4607600" y="4722300"/>
            <a:ext cx="3204311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चाहिए → right</a:t>
            </a:r>
          </a:p>
          <a:p>
            <a:pPr lvl="0" algn="ctr"/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 algn="ctr"/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Hindi → English</a:t>
            </a:r>
          </a:p>
          <a:p>
            <a:pPr lvl="0" algn="ctr"/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 algn="ctr"/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y_sw = 1 y_dur =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419"/>
          <p:cNvSpPr/>
          <p:nvPr/>
        </p:nvSpPr>
        <p:spPr>
          <a:xfrm>
            <a:off x="0" y="0"/>
            <a:ext cx="2810933" cy="6858000"/>
          </a:xfrm>
          <a:prstGeom prst="rect">
            <a:avLst/>
          </a:prstGeom>
          <a:solidFill>
            <a:srgbClr val="014EFE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17" name="文本框 416"/>
          <p:cNvSpPr txBox="1"/>
          <p:nvPr>
            <p:custDataLst>
              <p:tags r:id="rId1"/>
            </p:custDataLst>
          </p:nvPr>
        </p:nvSpPr>
        <p:spPr>
          <a:xfrm>
            <a:off x="304800" y="2406277"/>
            <a:ext cx="2032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j-lt"/>
                <a:ea typeface="+mj-ea"/>
                <a:cs typeface="Open Sans" panose="020B0606030504020204" charset="0"/>
              </a:rPr>
              <a:t>Streaming Setup &amp; Baseline Results</a:t>
            </a:r>
            <a:endParaRPr lang="zh-CN" altLang="en-US" sz="2400" dirty="0">
              <a:solidFill>
                <a:schemeClr val="bg1"/>
              </a:solidFill>
              <a:latin typeface="+mj-lt"/>
              <a:ea typeface="+mj-ea"/>
              <a:cs typeface="Open Sans" panose="020B0606030504020204" charset="0"/>
            </a:endParaRPr>
          </a:p>
        </p:txBody>
      </p:sp>
      <p:sp>
        <p:nvSpPr>
          <p:cNvPr id="423" name="矩形 422"/>
          <p:cNvSpPr/>
          <p:nvPr/>
        </p:nvSpPr>
        <p:spPr>
          <a:xfrm>
            <a:off x="189088" y="849476"/>
            <a:ext cx="2263423" cy="4122343"/>
          </a:xfrm>
          <a:prstGeom prst="rect">
            <a:avLst/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Open Sans" panose="020B0606030504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8B8F1-E653-B96F-DD70-3CD015CF233C}"/>
              </a:ext>
            </a:extLst>
          </p:cNvPr>
          <p:cNvSpPr txBox="1"/>
          <p:nvPr/>
        </p:nvSpPr>
        <p:spPr>
          <a:xfrm>
            <a:off x="10047642" y="47871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任意多边形: 形状 377">
            <a:extLst>
              <a:ext uri="{FF2B5EF4-FFF2-40B4-BE49-F238E27FC236}">
                <a16:creationId xmlns:a16="http://schemas.microsoft.com/office/drawing/2014/main" id="{38E63A0A-548B-00CB-3937-9D3E7954D28F}"/>
              </a:ext>
            </a:extLst>
          </p:cNvPr>
          <p:cNvSpPr/>
          <p:nvPr/>
        </p:nvSpPr>
        <p:spPr>
          <a:xfrm>
            <a:off x="1148341" y="4009776"/>
            <a:ext cx="318928" cy="250055"/>
          </a:xfrm>
          <a:custGeom>
            <a:avLst/>
            <a:gdLst>
              <a:gd name="connsiteX0" fmla="*/ 314325 w 533773"/>
              <a:gd name="connsiteY0" fmla="*/ 123230 h 418504"/>
              <a:gd name="connsiteX1" fmla="*/ 304800 w 533773"/>
              <a:gd name="connsiteY1" fmla="*/ 113705 h 418504"/>
              <a:gd name="connsiteX2" fmla="*/ 104775 w 533773"/>
              <a:gd name="connsiteY2" fmla="*/ 113705 h 418504"/>
              <a:gd name="connsiteX3" fmla="*/ 95250 w 533773"/>
              <a:gd name="connsiteY3" fmla="*/ 123230 h 418504"/>
              <a:gd name="connsiteX4" fmla="*/ 104775 w 533773"/>
              <a:gd name="connsiteY4" fmla="*/ 132755 h 418504"/>
              <a:gd name="connsiteX5" fmla="*/ 304800 w 533773"/>
              <a:gd name="connsiteY5" fmla="*/ 132755 h 418504"/>
              <a:gd name="connsiteX6" fmla="*/ 314325 w 533773"/>
              <a:gd name="connsiteY6" fmla="*/ 123230 h 418504"/>
              <a:gd name="connsiteX7" fmla="*/ 257175 w 533773"/>
              <a:gd name="connsiteY7" fmla="*/ 228005 h 418504"/>
              <a:gd name="connsiteX8" fmla="*/ 104775 w 533773"/>
              <a:gd name="connsiteY8" fmla="*/ 228005 h 418504"/>
              <a:gd name="connsiteX9" fmla="*/ 95250 w 533773"/>
              <a:gd name="connsiteY9" fmla="*/ 237530 h 418504"/>
              <a:gd name="connsiteX10" fmla="*/ 104775 w 533773"/>
              <a:gd name="connsiteY10" fmla="*/ 247055 h 418504"/>
              <a:gd name="connsiteX11" fmla="*/ 257175 w 533773"/>
              <a:gd name="connsiteY11" fmla="*/ 247055 h 418504"/>
              <a:gd name="connsiteX12" fmla="*/ 266700 w 533773"/>
              <a:gd name="connsiteY12" fmla="*/ 237530 h 418504"/>
              <a:gd name="connsiteX13" fmla="*/ 257175 w 533773"/>
              <a:gd name="connsiteY13" fmla="*/ 228005 h 418504"/>
              <a:gd name="connsiteX14" fmla="*/ 257175 w 533773"/>
              <a:gd name="connsiteY14" fmla="*/ 170855 h 418504"/>
              <a:gd name="connsiteX15" fmla="*/ 104775 w 533773"/>
              <a:gd name="connsiteY15" fmla="*/ 170855 h 418504"/>
              <a:gd name="connsiteX16" fmla="*/ 95250 w 533773"/>
              <a:gd name="connsiteY16" fmla="*/ 180380 h 418504"/>
              <a:gd name="connsiteX17" fmla="*/ 104775 w 533773"/>
              <a:gd name="connsiteY17" fmla="*/ 189905 h 418504"/>
              <a:gd name="connsiteX18" fmla="*/ 257175 w 533773"/>
              <a:gd name="connsiteY18" fmla="*/ 189905 h 418504"/>
              <a:gd name="connsiteX19" fmla="*/ 266700 w 533773"/>
              <a:gd name="connsiteY19" fmla="*/ 180380 h 418504"/>
              <a:gd name="connsiteX20" fmla="*/ 257175 w 533773"/>
              <a:gd name="connsiteY20" fmla="*/ 170855 h 418504"/>
              <a:gd name="connsiteX21" fmla="*/ 447675 w 533773"/>
              <a:gd name="connsiteY21" fmla="*/ 189905 h 418504"/>
              <a:gd name="connsiteX22" fmla="*/ 438150 w 533773"/>
              <a:gd name="connsiteY22" fmla="*/ 199430 h 418504"/>
              <a:gd name="connsiteX23" fmla="*/ 438150 w 533773"/>
              <a:gd name="connsiteY23" fmla="*/ 294680 h 418504"/>
              <a:gd name="connsiteX24" fmla="*/ 409575 w 533773"/>
              <a:gd name="connsiteY24" fmla="*/ 323255 h 418504"/>
              <a:gd name="connsiteX25" fmla="*/ 161925 w 533773"/>
              <a:gd name="connsiteY25" fmla="*/ 323255 h 418504"/>
              <a:gd name="connsiteX26" fmla="*/ 152400 w 533773"/>
              <a:gd name="connsiteY26" fmla="*/ 332780 h 418504"/>
              <a:gd name="connsiteX27" fmla="*/ 152400 w 533773"/>
              <a:gd name="connsiteY27" fmla="*/ 386120 h 418504"/>
              <a:gd name="connsiteX28" fmla="*/ 92393 w 533773"/>
              <a:gd name="connsiteY28" fmla="*/ 326112 h 418504"/>
              <a:gd name="connsiteX29" fmla="*/ 85725 w 533773"/>
              <a:gd name="connsiteY29" fmla="*/ 323255 h 418504"/>
              <a:gd name="connsiteX30" fmla="*/ 47625 w 533773"/>
              <a:gd name="connsiteY30" fmla="*/ 323255 h 418504"/>
              <a:gd name="connsiteX31" fmla="*/ 19050 w 533773"/>
              <a:gd name="connsiteY31" fmla="*/ 294680 h 418504"/>
              <a:gd name="connsiteX32" fmla="*/ 19050 w 533773"/>
              <a:gd name="connsiteY32" fmla="*/ 66080 h 418504"/>
              <a:gd name="connsiteX33" fmla="*/ 47625 w 533773"/>
              <a:gd name="connsiteY33" fmla="*/ 37505 h 418504"/>
              <a:gd name="connsiteX34" fmla="*/ 390525 w 533773"/>
              <a:gd name="connsiteY34" fmla="*/ 37505 h 418504"/>
              <a:gd name="connsiteX35" fmla="*/ 400050 w 533773"/>
              <a:gd name="connsiteY35" fmla="*/ 27980 h 418504"/>
              <a:gd name="connsiteX36" fmla="*/ 390525 w 533773"/>
              <a:gd name="connsiteY36" fmla="*/ 18455 h 418504"/>
              <a:gd name="connsiteX37" fmla="*/ 47625 w 533773"/>
              <a:gd name="connsiteY37" fmla="*/ 18455 h 418504"/>
              <a:gd name="connsiteX38" fmla="*/ 0 w 533773"/>
              <a:gd name="connsiteY38" fmla="*/ 66080 h 418504"/>
              <a:gd name="connsiteX39" fmla="*/ 0 w 533773"/>
              <a:gd name="connsiteY39" fmla="*/ 294680 h 418504"/>
              <a:gd name="connsiteX40" fmla="*/ 47625 w 533773"/>
              <a:gd name="connsiteY40" fmla="*/ 342305 h 418504"/>
              <a:gd name="connsiteX41" fmla="*/ 81915 w 533773"/>
              <a:gd name="connsiteY41" fmla="*/ 342305 h 418504"/>
              <a:gd name="connsiteX42" fmla="*/ 155257 w 533773"/>
              <a:gd name="connsiteY42" fmla="*/ 415647 h 418504"/>
              <a:gd name="connsiteX43" fmla="*/ 161925 w 533773"/>
              <a:gd name="connsiteY43" fmla="*/ 418505 h 418504"/>
              <a:gd name="connsiteX44" fmla="*/ 165735 w 533773"/>
              <a:gd name="connsiteY44" fmla="*/ 417552 h 418504"/>
              <a:gd name="connsiteX45" fmla="*/ 171450 w 533773"/>
              <a:gd name="connsiteY45" fmla="*/ 408980 h 418504"/>
              <a:gd name="connsiteX46" fmla="*/ 171450 w 533773"/>
              <a:gd name="connsiteY46" fmla="*/ 342305 h 418504"/>
              <a:gd name="connsiteX47" fmla="*/ 409575 w 533773"/>
              <a:gd name="connsiteY47" fmla="*/ 342305 h 418504"/>
              <a:gd name="connsiteX48" fmla="*/ 457200 w 533773"/>
              <a:gd name="connsiteY48" fmla="*/ 294680 h 418504"/>
              <a:gd name="connsiteX49" fmla="*/ 457200 w 533773"/>
              <a:gd name="connsiteY49" fmla="*/ 199430 h 418504"/>
              <a:gd name="connsiteX50" fmla="*/ 447675 w 533773"/>
              <a:gd name="connsiteY50" fmla="*/ 189905 h 418504"/>
              <a:gd name="connsiteX51" fmla="*/ 533400 w 533773"/>
              <a:gd name="connsiteY51" fmla="*/ 64175 h 418504"/>
              <a:gd name="connsiteX52" fmla="*/ 469582 w 533773"/>
              <a:gd name="connsiteY52" fmla="*/ 357 h 418504"/>
              <a:gd name="connsiteX53" fmla="*/ 461010 w 533773"/>
              <a:gd name="connsiteY53" fmla="*/ 3215 h 418504"/>
              <a:gd name="connsiteX54" fmla="*/ 289560 w 533773"/>
              <a:gd name="connsiteY54" fmla="*/ 174665 h 418504"/>
              <a:gd name="connsiteX55" fmla="*/ 286703 w 533773"/>
              <a:gd name="connsiteY55" fmla="*/ 181332 h 418504"/>
              <a:gd name="connsiteX56" fmla="*/ 286703 w 533773"/>
              <a:gd name="connsiteY56" fmla="*/ 238482 h 418504"/>
              <a:gd name="connsiteX57" fmla="*/ 296228 w 533773"/>
              <a:gd name="connsiteY57" fmla="*/ 248007 h 418504"/>
              <a:gd name="connsiteX58" fmla="*/ 353378 w 533773"/>
              <a:gd name="connsiteY58" fmla="*/ 248007 h 418504"/>
              <a:gd name="connsiteX59" fmla="*/ 360045 w 533773"/>
              <a:gd name="connsiteY59" fmla="*/ 245150 h 418504"/>
              <a:gd name="connsiteX60" fmla="*/ 531495 w 533773"/>
              <a:gd name="connsiteY60" fmla="*/ 73700 h 418504"/>
              <a:gd name="connsiteX61" fmla="*/ 533400 w 533773"/>
              <a:gd name="connsiteY61" fmla="*/ 64175 h 418504"/>
              <a:gd name="connsiteX62" fmla="*/ 348615 w 533773"/>
              <a:gd name="connsiteY62" fmla="*/ 228005 h 418504"/>
              <a:gd name="connsiteX63" fmla="*/ 304800 w 533773"/>
              <a:gd name="connsiteY63" fmla="*/ 228005 h 418504"/>
              <a:gd name="connsiteX64" fmla="*/ 304800 w 533773"/>
              <a:gd name="connsiteY64" fmla="*/ 184190 h 418504"/>
              <a:gd name="connsiteX65" fmla="*/ 438150 w 533773"/>
              <a:gd name="connsiteY65" fmla="*/ 50840 h 418504"/>
              <a:gd name="connsiteX66" fmla="*/ 481965 w 533773"/>
              <a:gd name="connsiteY66" fmla="*/ 94655 h 418504"/>
              <a:gd name="connsiteX67" fmla="*/ 348615 w 533773"/>
              <a:gd name="connsiteY67" fmla="*/ 228005 h 418504"/>
              <a:gd name="connsiteX68" fmla="*/ 495300 w 533773"/>
              <a:gd name="connsiteY68" fmla="*/ 81320 h 418504"/>
              <a:gd name="connsiteX69" fmla="*/ 451485 w 533773"/>
              <a:gd name="connsiteY69" fmla="*/ 37505 h 418504"/>
              <a:gd name="connsiteX70" fmla="*/ 469582 w 533773"/>
              <a:gd name="connsiteY70" fmla="*/ 19407 h 418504"/>
              <a:gd name="connsiteX71" fmla="*/ 513397 w 533773"/>
              <a:gd name="connsiteY71" fmla="*/ 63222 h 418504"/>
              <a:gd name="connsiteX72" fmla="*/ 495300 w 533773"/>
              <a:gd name="connsiteY72" fmla="*/ 81320 h 41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3773" h="418504">
                <a:moveTo>
                  <a:pt x="314325" y="123230"/>
                </a:moveTo>
                <a:cubicBezTo>
                  <a:pt x="314325" y="117515"/>
                  <a:pt x="310515" y="113705"/>
                  <a:pt x="304800" y="113705"/>
                </a:cubicBezTo>
                <a:lnTo>
                  <a:pt x="104775" y="113705"/>
                </a:lnTo>
                <a:cubicBezTo>
                  <a:pt x="99060" y="113705"/>
                  <a:pt x="95250" y="117515"/>
                  <a:pt x="95250" y="123230"/>
                </a:cubicBezTo>
                <a:cubicBezTo>
                  <a:pt x="95250" y="128945"/>
                  <a:pt x="99060" y="132755"/>
                  <a:pt x="104775" y="132755"/>
                </a:cubicBezTo>
                <a:lnTo>
                  <a:pt x="304800" y="132755"/>
                </a:lnTo>
                <a:cubicBezTo>
                  <a:pt x="310515" y="132755"/>
                  <a:pt x="314325" y="128945"/>
                  <a:pt x="314325" y="123230"/>
                </a:cubicBezTo>
                <a:close/>
                <a:moveTo>
                  <a:pt x="257175" y="228005"/>
                </a:moveTo>
                <a:lnTo>
                  <a:pt x="104775" y="228005"/>
                </a:lnTo>
                <a:cubicBezTo>
                  <a:pt x="99060" y="228005"/>
                  <a:pt x="95250" y="231815"/>
                  <a:pt x="95250" y="237530"/>
                </a:cubicBezTo>
                <a:cubicBezTo>
                  <a:pt x="95250" y="243245"/>
                  <a:pt x="99060" y="247055"/>
                  <a:pt x="104775" y="247055"/>
                </a:cubicBezTo>
                <a:lnTo>
                  <a:pt x="257175" y="247055"/>
                </a:lnTo>
                <a:cubicBezTo>
                  <a:pt x="262890" y="247055"/>
                  <a:pt x="266700" y="243245"/>
                  <a:pt x="266700" y="237530"/>
                </a:cubicBezTo>
                <a:cubicBezTo>
                  <a:pt x="266700" y="231815"/>
                  <a:pt x="262890" y="228005"/>
                  <a:pt x="257175" y="228005"/>
                </a:cubicBezTo>
                <a:close/>
                <a:moveTo>
                  <a:pt x="257175" y="170855"/>
                </a:moveTo>
                <a:lnTo>
                  <a:pt x="104775" y="170855"/>
                </a:lnTo>
                <a:cubicBezTo>
                  <a:pt x="99060" y="170855"/>
                  <a:pt x="95250" y="174665"/>
                  <a:pt x="95250" y="180380"/>
                </a:cubicBezTo>
                <a:cubicBezTo>
                  <a:pt x="95250" y="186095"/>
                  <a:pt x="99060" y="189905"/>
                  <a:pt x="104775" y="189905"/>
                </a:cubicBezTo>
                <a:lnTo>
                  <a:pt x="257175" y="189905"/>
                </a:lnTo>
                <a:cubicBezTo>
                  <a:pt x="262890" y="189905"/>
                  <a:pt x="266700" y="186095"/>
                  <a:pt x="266700" y="180380"/>
                </a:cubicBezTo>
                <a:cubicBezTo>
                  <a:pt x="266700" y="174665"/>
                  <a:pt x="262890" y="170855"/>
                  <a:pt x="257175" y="170855"/>
                </a:cubicBezTo>
                <a:close/>
                <a:moveTo>
                  <a:pt x="447675" y="189905"/>
                </a:moveTo>
                <a:cubicBezTo>
                  <a:pt x="441960" y="189905"/>
                  <a:pt x="438150" y="193715"/>
                  <a:pt x="438150" y="199430"/>
                </a:cubicBezTo>
                <a:lnTo>
                  <a:pt x="438150" y="294680"/>
                </a:lnTo>
                <a:cubicBezTo>
                  <a:pt x="438150" y="310872"/>
                  <a:pt x="425768" y="323255"/>
                  <a:pt x="409575" y="323255"/>
                </a:cubicBezTo>
                <a:lnTo>
                  <a:pt x="161925" y="323255"/>
                </a:lnTo>
                <a:cubicBezTo>
                  <a:pt x="156210" y="323255"/>
                  <a:pt x="152400" y="327065"/>
                  <a:pt x="152400" y="332780"/>
                </a:cubicBezTo>
                <a:lnTo>
                  <a:pt x="152400" y="386120"/>
                </a:lnTo>
                <a:lnTo>
                  <a:pt x="92393" y="326112"/>
                </a:lnTo>
                <a:cubicBezTo>
                  <a:pt x="90488" y="324207"/>
                  <a:pt x="88582" y="323255"/>
                  <a:pt x="85725" y="323255"/>
                </a:cubicBezTo>
                <a:lnTo>
                  <a:pt x="47625" y="323255"/>
                </a:lnTo>
                <a:cubicBezTo>
                  <a:pt x="31432" y="323255"/>
                  <a:pt x="19050" y="310872"/>
                  <a:pt x="19050" y="294680"/>
                </a:cubicBezTo>
                <a:lnTo>
                  <a:pt x="19050" y="66080"/>
                </a:lnTo>
                <a:cubicBezTo>
                  <a:pt x="19050" y="49887"/>
                  <a:pt x="31432" y="37505"/>
                  <a:pt x="47625" y="37505"/>
                </a:cubicBezTo>
                <a:lnTo>
                  <a:pt x="390525" y="37505"/>
                </a:lnTo>
                <a:cubicBezTo>
                  <a:pt x="396240" y="37505"/>
                  <a:pt x="400050" y="33695"/>
                  <a:pt x="400050" y="27980"/>
                </a:cubicBezTo>
                <a:cubicBezTo>
                  <a:pt x="400050" y="22265"/>
                  <a:pt x="396240" y="18455"/>
                  <a:pt x="390525" y="18455"/>
                </a:cubicBezTo>
                <a:lnTo>
                  <a:pt x="47625" y="18455"/>
                </a:lnTo>
                <a:cubicBezTo>
                  <a:pt x="20955" y="18455"/>
                  <a:pt x="0" y="39410"/>
                  <a:pt x="0" y="66080"/>
                </a:cubicBezTo>
                <a:lnTo>
                  <a:pt x="0" y="294680"/>
                </a:lnTo>
                <a:cubicBezTo>
                  <a:pt x="0" y="321350"/>
                  <a:pt x="20955" y="342305"/>
                  <a:pt x="47625" y="342305"/>
                </a:cubicBezTo>
                <a:lnTo>
                  <a:pt x="81915" y="342305"/>
                </a:lnTo>
                <a:lnTo>
                  <a:pt x="155257" y="415647"/>
                </a:lnTo>
                <a:cubicBezTo>
                  <a:pt x="157163" y="417552"/>
                  <a:pt x="159068" y="418505"/>
                  <a:pt x="161925" y="418505"/>
                </a:cubicBezTo>
                <a:cubicBezTo>
                  <a:pt x="162878" y="418505"/>
                  <a:pt x="164782" y="418505"/>
                  <a:pt x="165735" y="417552"/>
                </a:cubicBezTo>
                <a:cubicBezTo>
                  <a:pt x="169545" y="415647"/>
                  <a:pt x="171450" y="412790"/>
                  <a:pt x="171450" y="408980"/>
                </a:cubicBezTo>
                <a:lnTo>
                  <a:pt x="171450" y="342305"/>
                </a:lnTo>
                <a:lnTo>
                  <a:pt x="409575" y="342305"/>
                </a:lnTo>
                <a:cubicBezTo>
                  <a:pt x="436245" y="342305"/>
                  <a:pt x="457200" y="321350"/>
                  <a:pt x="457200" y="294680"/>
                </a:cubicBezTo>
                <a:lnTo>
                  <a:pt x="457200" y="199430"/>
                </a:lnTo>
                <a:cubicBezTo>
                  <a:pt x="457200" y="193715"/>
                  <a:pt x="453390" y="189905"/>
                  <a:pt x="447675" y="189905"/>
                </a:cubicBezTo>
                <a:close/>
                <a:moveTo>
                  <a:pt x="533400" y="64175"/>
                </a:moveTo>
                <a:cubicBezTo>
                  <a:pt x="526732" y="35600"/>
                  <a:pt x="498157" y="7025"/>
                  <a:pt x="469582" y="357"/>
                </a:cubicBezTo>
                <a:cubicBezTo>
                  <a:pt x="466725" y="-595"/>
                  <a:pt x="462915" y="357"/>
                  <a:pt x="461010" y="3215"/>
                </a:cubicBezTo>
                <a:lnTo>
                  <a:pt x="289560" y="174665"/>
                </a:lnTo>
                <a:cubicBezTo>
                  <a:pt x="287655" y="176570"/>
                  <a:pt x="286703" y="178475"/>
                  <a:pt x="286703" y="181332"/>
                </a:cubicBezTo>
                <a:lnTo>
                  <a:pt x="286703" y="238482"/>
                </a:lnTo>
                <a:cubicBezTo>
                  <a:pt x="286703" y="244197"/>
                  <a:pt x="290513" y="248007"/>
                  <a:pt x="296228" y="248007"/>
                </a:cubicBezTo>
                <a:lnTo>
                  <a:pt x="353378" y="248007"/>
                </a:lnTo>
                <a:cubicBezTo>
                  <a:pt x="356235" y="248007"/>
                  <a:pt x="358140" y="247055"/>
                  <a:pt x="360045" y="245150"/>
                </a:cubicBezTo>
                <a:lnTo>
                  <a:pt x="531495" y="73700"/>
                </a:lnTo>
                <a:cubicBezTo>
                  <a:pt x="533400" y="70842"/>
                  <a:pt x="534353" y="67032"/>
                  <a:pt x="533400" y="64175"/>
                </a:cubicBezTo>
                <a:close/>
                <a:moveTo>
                  <a:pt x="348615" y="228005"/>
                </a:moveTo>
                <a:lnTo>
                  <a:pt x="304800" y="228005"/>
                </a:lnTo>
                <a:lnTo>
                  <a:pt x="304800" y="184190"/>
                </a:lnTo>
                <a:lnTo>
                  <a:pt x="438150" y="50840"/>
                </a:lnTo>
                <a:lnTo>
                  <a:pt x="481965" y="94655"/>
                </a:lnTo>
                <a:lnTo>
                  <a:pt x="348615" y="228005"/>
                </a:lnTo>
                <a:close/>
                <a:moveTo>
                  <a:pt x="495300" y="81320"/>
                </a:moveTo>
                <a:lnTo>
                  <a:pt x="451485" y="37505"/>
                </a:lnTo>
                <a:lnTo>
                  <a:pt x="469582" y="19407"/>
                </a:lnTo>
                <a:cubicBezTo>
                  <a:pt x="487680" y="26075"/>
                  <a:pt x="506730" y="44172"/>
                  <a:pt x="513397" y="63222"/>
                </a:cubicBezTo>
                <a:lnTo>
                  <a:pt x="495300" y="8132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" name="矩形 433">
            <a:extLst>
              <a:ext uri="{FF2B5EF4-FFF2-40B4-BE49-F238E27FC236}">
                <a16:creationId xmlns:a16="http://schemas.microsoft.com/office/drawing/2014/main" id="{8EDE5744-15B5-E3C3-9F56-9E2DD7459C84}"/>
              </a:ext>
            </a:extLst>
          </p:cNvPr>
          <p:cNvSpPr/>
          <p:nvPr/>
        </p:nvSpPr>
        <p:spPr>
          <a:xfrm>
            <a:off x="3213506" y="606116"/>
            <a:ext cx="28109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Prefix-only baseline evaluation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dirty="0"/>
              <a:t>At token t, the model sees only the current prefix and predicts the event at t+1</a:t>
            </a:r>
          </a:p>
        </p:txBody>
      </p:sp>
      <p:sp>
        <p:nvSpPr>
          <p:cNvPr id="3" name="矩形 433">
            <a:extLst>
              <a:ext uri="{FF2B5EF4-FFF2-40B4-BE49-F238E27FC236}">
                <a16:creationId xmlns:a16="http://schemas.microsoft.com/office/drawing/2014/main" id="{BCED6D14-6C20-721C-64CB-F4ADAB98B722}"/>
              </a:ext>
            </a:extLst>
          </p:cNvPr>
          <p:cNvSpPr/>
          <p:nvPr/>
        </p:nvSpPr>
        <p:spPr>
          <a:xfrm>
            <a:off x="4949329" y="2491855"/>
            <a:ext cx="4933185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dirty="0"/>
              <a:t>Streaming Example</a:t>
            </a:r>
          </a:p>
          <a:p>
            <a:pPr algn="ctr">
              <a:lnSpc>
                <a:spcPct val="100000"/>
              </a:lnSpc>
            </a:pP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  <a:p>
            <a:pPr algn="ctr"/>
            <a:r>
              <a:rPr lang="en-US" dirty="0"/>
              <a:t>... 敢 → 相 → 信 → she's → so → young</a:t>
            </a:r>
          </a:p>
          <a:p>
            <a:pPr algn="ctr"/>
            <a:endParaRPr lang="en-US" sz="1200" dirty="0"/>
          </a:p>
          <a:p>
            <a:pPr algn="ctr"/>
            <a:r>
              <a:rPr lang="en-US" dirty="0"/>
              <a:t>Input ends at t ↑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/>
              <a:t>Target at </a:t>
            </a:r>
            <a:r>
              <a:rPr lang="en-US" b="1" dirty="0"/>
              <a:t>t</a:t>
            </a:r>
            <a:r>
              <a:rPr lang="en-US" sz="1200" b="1" dirty="0"/>
              <a:t>:</a:t>
            </a:r>
            <a:br>
              <a:rPr lang="en-US" sz="1200" dirty="0"/>
            </a:br>
            <a:r>
              <a:rPr lang="en-US" dirty="0"/>
              <a:t>y_sw = 1</a:t>
            </a:r>
            <a:br>
              <a:rPr lang="en-US" sz="1200" dirty="0"/>
            </a:br>
            <a:r>
              <a:rPr lang="en-US" dirty="0"/>
              <a:t>y_dur = 1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Future token is used only to create the target, not as input.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28E123-1C57-D452-651C-DD45C04E2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531413"/>
              </p:ext>
            </p:extLst>
          </p:nvPr>
        </p:nvGraphicFramePr>
        <p:xfrm>
          <a:off x="7428088" y="489056"/>
          <a:ext cx="4574824" cy="1417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矩形 433">
            <a:extLst>
              <a:ext uri="{FF2B5EF4-FFF2-40B4-BE49-F238E27FC236}">
                <a16:creationId xmlns:a16="http://schemas.microsoft.com/office/drawing/2014/main" id="{B80875CD-73C3-C2D8-4810-57C9E1B110A9}"/>
              </a:ext>
            </a:extLst>
          </p:cNvPr>
          <p:cNvSpPr/>
          <p:nvPr/>
        </p:nvSpPr>
        <p:spPr>
          <a:xfrm>
            <a:off x="4506712" y="5790219"/>
            <a:ext cx="58184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Logistic regression on prefix-only features, macro average over 16 strata. Precision (0.550) and recall (0.571) are balanced.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0DDB-8859-A564-E757-A8FF2A52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 descr="图片包含 游戏机, 自然&#10;&#10;描述已自动生成">
            <a:extLst>
              <a:ext uri="{FF2B5EF4-FFF2-40B4-BE49-F238E27FC236}">
                <a16:creationId xmlns:a16="http://schemas.microsoft.com/office/drawing/2014/main" id="{1C740DB1-085F-06FE-57A3-ED053C6D31B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78" t="5296" r="3052" b="18964"/>
          <a:stretch>
            <a:fillRect/>
          </a:stretch>
        </p:blipFill>
        <p:spPr>
          <a:xfrm flipH="1" flipV="1">
            <a:off x="688931" y="623610"/>
            <a:ext cx="11503069" cy="6858000"/>
          </a:xfrm>
          <a:custGeom>
            <a:avLst/>
            <a:gdLst>
              <a:gd name="connsiteX0" fmla="*/ 11503069 w 11503069"/>
              <a:gd name="connsiteY0" fmla="*/ 6858000 h 6858000"/>
              <a:gd name="connsiteX1" fmla="*/ 0 w 11503069"/>
              <a:gd name="connsiteY1" fmla="*/ 6858000 h 6858000"/>
              <a:gd name="connsiteX2" fmla="*/ 0 w 11503069"/>
              <a:gd name="connsiteY2" fmla="*/ 0 h 6858000"/>
              <a:gd name="connsiteX3" fmla="*/ 11503069 w 11503069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3069" h="6858000">
                <a:moveTo>
                  <a:pt x="11503069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1503069" y="0"/>
                </a:lnTo>
                <a:close/>
              </a:path>
            </a:pathLst>
          </a:cu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6E9959A5-CC03-E61A-E07C-F958D9E50B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20835" y="190253"/>
            <a:ext cx="3736144" cy="3683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/>
              <a:t>Pair-Specific Results &amp; Next Steps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17C025E-1009-2B10-72D1-977DD802133A}"/>
              </a:ext>
            </a:extLst>
          </p:cNvPr>
          <p:cNvSpPr/>
          <p:nvPr/>
        </p:nvSpPr>
        <p:spPr>
          <a:xfrm>
            <a:off x="-354230" y="190253"/>
            <a:ext cx="1055688" cy="68580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49003B0-6259-6C2F-EED6-6F0ACDA19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137004"/>
              </p:ext>
            </p:extLst>
          </p:nvPr>
        </p:nvGraphicFramePr>
        <p:xfrm>
          <a:off x="1125061" y="978649"/>
          <a:ext cx="3334529" cy="1437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矩形 433">
            <a:extLst>
              <a:ext uri="{FF2B5EF4-FFF2-40B4-BE49-F238E27FC236}">
                <a16:creationId xmlns:a16="http://schemas.microsoft.com/office/drawing/2014/main" id="{90D59313-13F7-9A86-B1FA-366BE641CDCD}"/>
              </a:ext>
            </a:extLst>
          </p:cNvPr>
          <p:cNvSpPr/>
          <p:nvPr/>
        </p:nvSpPr>
        <p:spPr>
          <a:xfrm>
            <a:off x="1181502" y="2579209"/>
            <a:ext cx="21261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Macro Mean F1:</a:t>
            </a:r>
            <a:r>
              <a:rPr lang="en-US" sz="1400" dirty="0"/>
              <a:t> 0.555</a:t>
            </a:r>
          </a:p>
          <a:p>
            <a:r>
              <a:rPr lang="en-US" sz="1400" b="1" dirty="0"/>
              <a:t>F1 Standard Deviation:</a:t>
            </a:r>
            <a:r>
              <a:rPr lang="en-US" sz="1400" dirty="0"/>
              <a:t> 0.076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</p:txBody>
      </p:sp>
      <p:sp>
        <p:nvSpPr>
          <p:cNvPr id="5" name="矩形 433">
            <a:extLst>
              <a:ext uri="{FF2B5EF4-FFF2-40B4-BE49-F238E27FC236}">
                <a16:creationId xmlns:a16="http://schemas.microsoft.com/office/drawing/2014/main" id="{86D40243-824B-4616-11BE-2B987DE7AE21}"/>
              </a:ext>
            </a:extLst>
          </p:cNvPr>
          <p:cNvSpPr/>
          <p:nvPr/>
        </p:nvSpPr>
        <p:spPr>
          <a:xfrm>
            <a:off x="4685447" y="1987245"/>
            <a:ext cx="364034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/>
              <a:t>Challenges</a:t>
            </a:r>
          </a:p>
          <a:p>
            <a:pPr marL="285750" indent="-28575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1300" b="1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Latin-script pairs rely on word frequencies; hand validation is pending</a:t>
            </a:r>
          </a:p>
          <a:p>
            <a:pPr lvl="0"/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Romanized Hindi (56% of Hindi rows) needs its own word list</a:t>
            </a:r>
          </a:p>
          <a:p>
            <a:pPr lvl="0"/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In Chinese-character text, 20-30% of positions fall inside one subword</a:t>
            </a:r>
            <a:endParaRPr lang="zh-CN" altLang="en-US" sz="1300" b="1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</p:txBody>
      </p:sp>
      <p:sp>
        <p:nvSpPr>
          <p:cNvPr id="7" name="矩形 433">
            <a:extLst>
              <a:ext uri="{FF2B5EF4-FFF2-40B4-BE49-F238E27FC236}">
                <a16:creationId xmlns:a16="http://schemas.microsoft.com/office/drawing/2014/main" id="{7CBE534A-8A56-AFA4-80DB-6EE8BC3A513A}"/>
              </a:ext>
            </a:extLst>
          </p:cNvPr>
          <p:cNvSpPr/>
          <p:nvPr/>
        </p:nvSpPr>
        <p:spPr>
          <a:xfrm>
            <a:off x="9053689" y="3218351"/>
            <a:ext cx="3036714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00" b="1" dirty="0"/>
              <a:t>Next Steps</a:t>
            </a:r>
          </a:p>
          <a:p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Add causal attention masking</a:t>
            </a:r>
          </a:p>
          <a:p>
            <a:pPr lvl="0"/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Build switch and duration prediction heads</a:t>
            </a:r>
          </a:p>
          <a:p>
            <a:pPr lvl="0"/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Validate Language IDs by hand</a:t>
            </a:r>
          </a:p>
          <a:p>
            <a:pPr lvl="0"/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dirty="0"/>
              <a:t>Start multitask transformer training</a:t>
            </a:r>
          </a:p>
          <a:p>
            <a:pPr algn="ctr">
              <a:lnSpc>
                <a:spcPct val="100000"/>
              </a:lnSpc>
            </a:pPr>
            <a:endParaRPr lang="zh-CN" altLang="en-US" sz="1400" b="1" dirty="0">
              <a:solidFill>
                <a:schemeClr val="tx2">
                  <a:lumMod val="60000"/>
                  <a:lumOff val="40000"/>
                </a:schemeClr>
              </a:solidFill>
              <a:cs typeface="Open Sans" panose="020B0606030504020204" charset="0"/>
            </a:endParaRPr>
          </a:p>
        </p:txBody>
      </p:sp>
      <p:sp>
        <p:nvSpPr>
          <p:cNvPr id="8" name="矩形 433">
            <a:extLst>
              <a:ext uri="{FF2B5EF4-FFF2-40B4-BE49-F238E27FC236}">
                <a16:creationId xmlns:a16="http://schemas.microsoft.com/office/drawing/2014/main" id="{05148EFD-E7DA-091E-AD03-7B1272C22E59}"/>
              </a:ext>
            </a:extLst>
          </p:cNvPr>
          <p:cNvSpPr/>
          <p:nvPr/>
        </p:nvSpPr>
        <p:spPr>
          <a:xfrm>
            <a:off x="3024057" y="6128057"/>
            <a:ext cx="7329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Korean and Japanese are easiest, Filipino and Cantonese hardest. This is the bar the transformer models must beat.</a:t>
            </a:r>
          </a:p>
        </p:txBody>
      </p:sp>
    </p:spTree>
    <p:extLst>
      <p:ext uri="{BB962C8B-B14F-4D97-AF65-F5344CB8AC3E}">
        <p14:creationId xmlns:p14="http://schemas.microsoft.com/office/powerpoint/2010/main" val="303542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81EF-B38D-69F0-4D8C-1C59D450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 descr="图片包含 游戏机, 自然&#10;&#10;描述已自动生成">
            <a:extLst>
              <a:ext uri="{FF2B5EF4-FFF2-40B4-BE49-F238E27FC236}">
                <a16:creationId xmlns:a16="http://schemas.microsoft.com/office/drawing/2014/main" id="{8036372E-56EA-B168-9106-1001DC9BBC8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78" t="5296" r="3052" b="18964"/>
          <a:stretch>
            <a:fillRect/>
          </a:stretch>
        </p:blipFill>
        <p:spPr>
          <a:xfrm flipH="1" flipV="1">
            <a:off x="688931" y="0"/>
            <a:ext cx="11503069" cy="6858000"/>
          </a:xfrm>
          <a:custGeom>
            <a:avLst/>
            <a:gdLst>
              <a:gd name="connsiteX0" fmla="*/ 11503069 w 11503069"/>
              <a:gd name="connsiteY0" fmla="*/ 6858000 h 6858000"/>
              <a:gd name="connsiteX1" fmla="*/ 0 w 11503069"/>
              <a:gd name="connsiteY1" fmla="*/ 6858000 h 6858000"/>
              <a:gd name="connsiteX2" fmla="*/ 0 w 11503069"/>
              <a:gd name="connsiteY2" fmla="*/ 0 h 6858000"/>
              <a:gd name="connsiteX3" fmla="*/ 11503069 w 11503069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3069" h="6858000">
                <a:moveTo>
                  <a:pt x="11503069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1503069" y="0"/>
                </a:lnTo>
                <a:close/>
              </a:path>
            </a:pathLst>
          </a:cu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E1B04B3-4D22-6DE4-8587-EE45F2801D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08015" y="2979298"/>
            <a:ext cx="372309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dirty="0"/>
              <a:t>Thank you!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40A8B9B-0AD6-32D8-6B9D-8663CE66CCD5}"/>
              </a:ext>
            </a:extLst>
          </p:cNvPr>
          <p:cNvSpPr/>
          <p:nvPr/>
        </p:nvSpPr>
        <p:spPr>
          <a:xfrm>
            <a:off x="0" y="258184"/>
            <a:ext cx="1055688" cy="68580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BFDED1A-7307-CF6E-87B4-7E40E407266F}"/>
              </a:ext>
            </a:extLst>
          </p:cNvPr>
          <p:cNvGrpSpPr/>
          <p:nvPr/>
        </p:nvGrpSpPr>
        <p:grpSpPr>
          <a:xfrm>
            <a:off x="363255" y="588723"/>
            <a:ext cx="430059" cy="154488"/>
            <a:chOff x="7753611" y="-2217107"/>
            <a:chExt cx="430059" cy="154488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5700BFF-6252-B395-7593-9D4A1A80772F}"/>
                </a:ext>
              </a:extLst>
            </p:cNvPr>
            <p:cNvCxnSpPr/>
            <p:nvPr/>
          </p:nvCxnSpPr>
          <p:spPr>
            <a:xfrm>
              <a:off x="7753611" y="-2217107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2BC9C24-654F-A371-1770-AE74F1AB13B0}"/>
                </a:ext>
              </a:extLst>
            </p:cNvPr>
            <p:cNvCxnSpPr/>
            <p:nvPr/>
          </p:nvCxnSpPr>
          <p:spPr>
            <a:xfrm>
              <a:off x="7755698" y="-2139863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A32ECE96-190F-F3FB-B0ED-EA6C20DA6324}"/>
                </a:ext>
              </a:extLst>
            </p:cNvPr>
            <p:cNvCxnSpPr/>
            <p:nvPr/>
          </p:nvCxnSpPr>
          <p:spPr>
            <a:xfrm>
              <a:off x="7757785" y="-2062619"/>
              <a:ext cx="42588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7E60429D-A5FD-2A9E-AC6D-57D50D065D59}"/>
              </a:ext>
            </a:extLst>
          </p:cNvPr>
          <p:cNvSpPr/>
          <p:nvPr/>
        </p:nvSpPr>
        <p:spPr>
          <a:xfrm>
            <a:off x="701458" y="5510778"/>
            <a:ext cx="7064679" cy="688932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6496759-F20C-8217-9021-A37FE5DD06BB}"/>
              </a:ext>
            </a:extLst>
          </p:cNvPr>
          <p:cNvSpPr/>
          <p:nvPr/>
        </p:nvSpPr>
        <p:spPr>
          <a:xfrm>
            <a:off x="783772" y="5486400"/>
            <a:ext cx="10740174" cy="750888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177800" dist="88900" dir="5400000" algn="t" rotWithShape="0">
              <a:srgbClr val="014EFE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3D7F748-1F0A-312B-471C-48B1CC2051F2}"/>
              </a:ext>
            </a:extLst>
          </p:cNvPr>
          <p:cNvSpPr txBox="1"/>
          <p:nvPr/>
        </p:nvSpPr>
        <p:spPr>
          <a:xfrm>
            <a:off x="9242086" y="5660774"/>
            <a:ext cx="1924705" cy="33718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Open Sans" panose="020B0606030504020204" charset="0"/>
              </a:rPr>
              <a:t>10/19/2026</a:t>
            </a:r>
            <a:endParaRPr lang="en-US" altLang="zh-CN" sz="1600" b="1" i="0" dirty="0">
              <a:solidFill>
                <a:schemeClr val="accent1"/>
              </a:solidFill>
              <a:effectLst/>
              <a:latin typeface="+mj-ea"/>
              <a:ea typeface="+mj-ea"/>
              <a:cs typeface="Open Sans" panose="020B0606030504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9026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586aae-f233-45ca-bd36-10d87329044d"/>
  <p:tag name="COMMONDATA" val="eyJoZGlkIjoiMmNmYmEwOWQ4Y2Q0M2IxMGZkNjI4ZjhkZDQyNzg1O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4EFE"/>
      </a:accent1>
      <a:accent2>
        <a:srgbClr val="FF73A7"/>
      </a:accent2>
      <a:accent3>
        <a:srgbClr val="FFCD4E"/>
      </a:accent3>
      <a:accent4>
        <a:srgbClr val="FFB458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4">
      <a:majorFont>
        <a:latin typeface="Open Sans"/>
        <a:ea typeface="Open Sans"/>
        <a:cs typeface=""/>
      </a:majorFont>
      <a:minorFont>
        <a:latin typeface="Open Sans"/>
        <a:ea typeface="Open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014EFE"/>
    </a:accent1>
    <a:accent2>
      <a:srgbClr val="FF73A7"/>
    </a:accent2>
    <a:accent3>
      <a:srgbClr val="FFCD4E"/>
    </a:accent3>
    <a:accent4>
      <a:srgbClr val="FFB458"/>
    </a:accent4>
    <a:accent5>
      <a:srgbClr val="FAFAFA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400</Words>
  <Application>Microsoft Macintosh PowerPoint</Application>
  <PresentationFormat>Widescreen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Open Sans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Artykzhan Ospan</cp:lastModifiedBy>
  <cp:revision>154</cp:revision>
  <dcterms:created xsi:type="dcterms:W3CDTF">2022-06-27T07:27:00Z</dcterms:created>
  <dcterms:modified xsi:type="dcterms:W3CDTF">2026-10-18T07:36:23Z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62B519127FA7441B9C8AB9B9D3CDF54A_13</vt:lpwstr>
  </property>
  <property fmtid="{D5CDD505-2E9C-101B-9397-08002B2CF9AE}" pid="3" name="KSOProductBuildVer">
    <vt:lpwstr>2052-11.1.0.14036</vt:lpwstr>
  </property>
</Properties>
</file>